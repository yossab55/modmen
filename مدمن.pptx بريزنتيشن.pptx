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6858000" cx="12192000"/>
  <p:notesSz cx="6858000" cy="9144000"/>
  <p:embeddedFontLst>
    <p:embeddedFont>
      <p:font typeface="Play"/>
      <p:regular r:id="rId27"/>
      <p:bold r:id="rId28"/>
    </p:embeddedFont>
    <p:embeddedFont>
      <p:font typeface="Open Sans Light"/>
      <p:regular r:id="rId29"/>
      <p:bold r:id="rId30"/>
      <p:italic r:id="rId31"/>
      <p:boldItalic r:id="rId32"/>
    </p:embeddedFont>
    <p:embeddedFont>
      <p:font typeface="Open Sans"/>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7" roundtripDataSignature="AMtx7miXZGR6yx4Y3HFmgUd0Ww9rsUNAp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4F299B2-7866-4EFB-95E6-AAF9E077ECFF}">
  <a:tblStyle styleId="{84F299B2-7866-4EFB-95E6-AAF9E077ECFF}" styleName="Table_0">
    <a:wholeTbl>
      <a:tcTxStyle b="off" i="off">
        <a:font>
          <a:latin typeface="+mn-lt"/>
          <a:ea typeface="+mn-lt"/>
          <a:cs typeface="+mn-lt"/>
        </a:font>
        <a:srgbClr val="000000"/>
      </a:tcTxStyle>
      <a:tcStyle>
        <a:tcBdr>
          <a:left>
            <a:ln cap="flat" cmpd="sng" w="12700">
              <a:solidFill>
                <a:srgbClr val="E97132"/>
              </a:solidFill>
              <a:prstDash val="solid"/>
              <a:round/>
              <a:headEnd len="sm" w="sm" type="none"/>
              <a:tailEnd len="sm" w="sm" type="none"/>
            </a:ln>
          </a:left>
          <a:right>
            <a:ln cap="flat" cmpd="sng" w="12700">
              <a:solidFill>
                <a:srgbClr val="E97132"/>
              </a:solidFill>
              <a:prstDash val="solid"/>
              <a:round/>
              <a:headEnd len="sm" w="sm" type="none"/>
              <a:tailEnd len="sm" w="sm" type="none"/>
            </a:ln>
          </a:right>
          <a:top>
            <a:ln cap="flat" cmpd="sng" w="12700">
              <a:solidFill>
                <a:srgbClr val="E97132"/>
              </a:solidFill>
              <a:prstDash val="solid"/>
              <a:round/>
              <a:headEnd len="sm" w="sm" type="none"/>
              <a:tailEnd len="sm" w="sm" type="none"/>
            </a:ln>
          </a:top>
          <a:bottom>
            <a:ln cap="flat" cmpd="sng" w="12700">
              <a:solidFill>
                <a:srgbClr val="E97132"/>
              </a:solidFill>
              <a:prstDash val="solid"/>
              <a:round/>
              <a:headEnd len="sm" w="sm" type="none"/>
              <a:tailEnd len="sm" w="sm" type="none"/>
            </a:ln>
          </a:bottom>
        </a:tcBdr>
        <a:fill>
          <a:solidFill>
            <a:srgbClr val="FFFFFF"/>
          </a:solidFill>
        </a:fill>
      </a:tcStyle>
    </a:wholeTbl>
    <a:band1H>
      <a:tcTxStyle/>
      <a:tcStyle>
        <a:fill>
          <a:solidFill>
            <a:srgbClr val="FBEBE8"/>
          </a:solidFill>
        </a:fill>
      </a:tcStyle>
    </a:band1H>
    <a:band2H>
      <a:tcTxStyle/>
    </a:band2H>
    <a:band1V>
      <a:tcTxStyle/>
      <a:tcStyle>
        <a:fill>
          <a:solidFill>
            <a:srgbClr val="FBEBE8"/>
          </a:solidFill>
        </a:fill>
      </a:tcStyle>
    </a:band1V>
    <a:band2V>
      <a:tcTxStyle/>
    </a:band2V>
    <a:lastCol>
      <a:tcTxStyle b="on" i="off">
        <a:font>
          <a:latin typeface=""/>
          <a:ea typeface=""/>
          <a:cs typeface=""/>
        </a:font>
      </a:tcTxStyle>
    </a:lastCol>
    <a:firstCol>
      <a:tcTxStyle b="on" i="off">
        <a:font>
          <a:latin typeface=""/>
          <a:ea typeface=""/>
          <a:cs typeface=""/>
        </a:font>
      </a:tcTxStyle>
    </a:firstCol>
    <a:lastRow>
      <a:tcTxStyle b="on" i="off">
        <a:font>
          <a:latin typeface=""/>
          <a:ea typeface=""/>
          <a:cs typeface=""/>
        </a:font>
      </a:tcTxStyle>
      <a:tcStyle>
        <a:tcBdr>
          <a:top>
            <a:ln cap="flat" cmpd="sng" w="50800">
              <a:solidFill>
                <a:srgbClr val="E97132"/>
              </a:solidFill>
              <a:prstDash val="solid"/>
              <a:round/>
              <a:headEnd len="sm" w="sm" type="none"/>
              <a:tailEnd len="sm" w="sm" type="none"/>
            </a:ln>
          </a:top>
        </a:tcBdr>
        <a:fill>
          <a:solidFill>
            <a:srgbClr val="FFFFFF"/>
          </a:solidFill>
        </a:fill>
      </a:tcStyle>
    </a:lastRow>
    <a:seCell>
      <a:tcTxStyle/>
    </a:seCell>
    <a:swCell>
      <a:tcTxStyle/>
    </a:swCell>
    <a:firstRow>
      <a:tcTxStyle b="on" i="off">
        <a:font>
          <a:latin typeface="+mn-lt"/>
          <a:ea typeface="+mn-lt"/>
          <a:cs typeface="+mn-lt"/>
        </a:font>
        <a:srgbClr val="FFFFFF"/>
      </a:tcTxStyle>
      <a:tcStyle>
        <a:fill>
          <a:solidFill>
            <a:srgbClr val="E97132"/>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Play-bold.fntdata"/><Relationship Id="rId27" Type="http://schemas.openxmlformats.org/officeDocument/2006/relationships/font" Target="fonts/Play-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penSansLight-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penSansLight-italic.fntdata"/><Relationship Id="rId30" Type="http://schemas.openxmlformats.org/officeDocument/2006/relationships/font" Target="fonts/OpenSansLight-bold.fntdata"/><Relationship Id="rId11" Type="http://schemas.openxmlformats.org/officeDocument/2006/relationships/slide" Target="slides/slide6.xml"/><Relationship Id="rId33" Type="http://schemas.openxmlformats.org/officeDocument/2006/relationships/font" Target="fonts/OpenSans-regular.fntdata"/><Relationship Id="rId10" Type="http://schemas.openxmlformats.org/officeDocument/2006/relationships/slide" Target="slides/slide5.xml"/><Relationship Id="rId32" Type="http://schemas.openxmlformats.org/officeDocument/2006/relationships/font" Target="fonts/OpenSansLight-boldItalic.fntdata"/><Relationship Id="rId13" Type="http://schemas.openxmlformats.org/officeDocument/2006/relationships/slide" Target="slides/slide8.xml"/><Relationship Id="rId35" Type="http://schemas.openxmlformats.org/officeDocument/2006/relationships/font" Target="fonts/OpenSans-italic.fntdata"/><Relationship Id="rId12" Type="http://schemas.openxmlformats.org/officeDocument/2006/relationships/slide" Target="slides/slide7.xml"/><Relationship Id="rId34" Type="http://schemas.openxmlformats.org/officeDocument/2006/relationships/font" Target="fonts/OpenSans-bold.fntdata"/><Relationship Id="rId15" Type="http://schemas.openxmlformats.org/officeDocument/2006/relationships/slide" Target="slides/slide10.xml"/><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font" Target="fonts/OpenSans-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91"/>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08" y="0"/>
            <a:ext cx="2971800" cy="458791"/>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099"/>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49"/>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08"/>
            <a:ext cx="2971800" cy="458791"/>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08" y="8685208"/>
            <a:ext cx="2971800" cy="458791"/>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ar-AE"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1:notes"/>
          <p:cNvSpPr/>
          <p:nvPr>
            <p:ph idx="2" type="sldImg"/>
          </p:nvPr>
        </p:nvSpPr>
        <p:spPr>
          <a:xfrm>
            <a:off x="685800" y="1143000"/>
            <a:ext cx="5486400" cy="3086099"/>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p1:notes"/>
          <p:cNvSpPr txBox="1"/>
          <p:nvPr>
            <p:ph idx="1" type="body"/>
          </p:nvPr>
        </p:nvSpPr>
        <p:spPr>
          <a:xfrm>
            <a:off x="685800" y="4400549"/>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200"/>
              <a:buFont typeface="Calibri"/>
              <a:buNone/>
            </a:pPr>
            <a:r>
              <a:t/>
            </a:r>
            <a:endParaRPr/>
          </a:p>
        </p:txBody>
      </p:sp>
      <p:sp>
        <p:nvSpPr>
          <p:cNvPr id="77" name="Google Shape;77;p1:notes"/>
          <p:cNvSpPr txBox="1"/>
          <p:nvPr>
            <p:ph idx="12" type="sldNum"/>
          </p:nvPr>
        </p:nvSpPr>
        <p:spPr>
          <a:xfrm>
            <a:off x="3884608" y="8685208"/>
            <a:ext cx="2971800" cy="458791"/>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b="0" i="0" lang="ar-AE"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p:nvPr>
            <p:ph idx="2" type="sldImg"/>
          </p:nvPr>
        </p:nvSpPr>
        <p:spPr>
          <a:xfrm>
            <a:off x="685800" y="1143000"/>
            <a:ext cx="5486400" cy="3086099"/>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2:notes"/>
          <p:cNvSpPr txBox="1"/>
          <p:nvPr>
            <p:ph idx="1" type="body"/>
          </p:nvPr>
        </p:nvSpPr>
        <p:spPr>
          <a:xfrm>
            <a:off x="685800" y="4400549"/>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200"/>
              <a:buFont typeface="Calibri"/>
              <a:buNone/>
            </a:pPr>
            <a:r>
              <a:t/>
            </a:r>
            <a:endParaRPr/>
          </a:p>
        </p:txBody>
      </p:sp>
      <p:sp>
        <p:nvSpPr>
          <p:cNvPr id="83" name="Google Shape;83;p2:notes"/>
          <p:cNvSpPr txBox="1"/>
          <p:nvPr>
            <p:ph idx="12" type="sldNum"/>
          </p:nvPr>
        </p:nvSpPr>
        <p:spPr>
          <a:xfrm>
            <a:off x="3884608" y="8685208"/>
            <a:ext cx="2971800" cy="458791"/>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b="0" i="0" lang="ar-AE"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p:nvPr>
            <p:ph idx="2" type="sldImg"/>
          </p:nvPr>
        </p:nvSpPr>
        <p:spPr>
          <a:xfrm>
            <a:off x="685800" y="1143000"/>
            <a:ext cx="5486400" cy="3086099"/>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3:notes"/>
          <p:cNvSpPr txBox="1"/>
          <p:nvPr>
            <p:ph idx="1" type="body"/>
          </p:nvPr>
        </p:nvSpPr>
        <p:spPr>
          <a:xfrm>
            <a:off x="685800" y="4400549"/>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200"/>
              <a:buFont typeface="Calibri"/>
              <a:buNone/>
            </a:pPr>
            <a:r>
              <a:t/>
            </a:r>
            <a:endParaRPr/>
          </a:p>
        </p:txBody>
      </p:sp>
      <p:sp>
        <p:nvSpPr>
          <p:cNvPr id="96" name="Google Shape;96;p3:notes"/>
          <p:cNvSpPr txBox="1"/>
          <p:nvPr>
            <p:ph idx="12" type="sldNum"/>
          </p:nvPr>
        </p:nvSpPr>
        <p:spPr>
          <a:xfrm>
            <a:off x="3884608" y="8685208"/>
            <a:ext cx="2971800" cy="458791"/>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b="0" i="0" lang="ar-AE"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notes"/>
          <p:cNvSpPr/>
          <p:nvPr>
            <p:ph idx="2" type="sldImg"/>
          </p:nvPr>
        </p:nvSpPr>
        <p:spPr>
          <a:xfrm>
            <a:off x="685800" y="1143000"/>
            <a:ext cx="5486400" cy="3086099"/>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4:notes"/>
          <p:cNvSpPr txBox="1"/>
          <p:nvPr>
            <p:ph idx="1" type="body"/>
          </p:nvPr>
        </p:nvSpPr>
        <p:spPr>
          <a:xfrm>
            <a:off x="685800" y="4400549"/>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200"/>
              <a:buFont typeface="Calibri"/>
              <a:buNone/>
            </a:pPr>
            <a:r>
              <a:t/>
            </a:r>
            <a:endParaRPr/>
          </a:p>
        </p:txBody>
      </p:sp>
      <p:sp>
        <p:nvSpPr>
          <p:cNvPr id="122" name="Google Shape;122;p4:notes"/>
          <p:cNvSpPr txBox="1"/>
          <p:nvPr>
            <p:ph idx="12" type="sldNum"/>
          </p:nvPr>
        </p:nvSpPr>
        <p:spPr>
          <a:xfrm>
            <a:off x="3884608" y="8685208"/>
            <a:ext cx="2971800" cy="458791"/>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b="0" i="0" lang="ar-AE"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5:notes"/>
          <p:cNvSpPr/>
          <p:nvPr>
            <p:ph idx="2" type="sldImg"/>
          </p:nvPr>
        </p:nvSpPr>
        <p:spPr>
          <a:xfrm>
            <a:off x="685800" y="1143000"/>
            <a:ext cx="5486400" cy="3086099"/>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5:notes"/>
          <p:cNvSpPr txBox="1"/>
          <p:nvPr>
            <p:ph idx="1" type="body"/>
          </p:nvPr>
        </p:nvSpPr>
        <p:spPr>
          <a:xfrm>
            <a:off x="685800" y="4400549"/>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200"/>
              <a:buFont typeface="Calibri"/>
              <a:buNone/>
            </a:pPr>
            <a:r>
              <a:t/>
            </a:r>
            <a:endParaRPr/>
          </a:p>
        </p:txBody>
      </p:sp>
      <p:sp>
        <p:nvSpPr>
          <p:cNvPr id="131" name="Google Shape;131;p5:notes"/>
          <p:cNvSpPr txBox="1"/>
          <p:nvPr>
            <p:ph idx="12" type="sldNum"/>
          </p:nvPr>
        </p:nvSpPr>
        <p:spPr>
          <a:xfrm>
            <a:off x="3884608" y="8685208"/>
            <a:ext cx="2971800" cy="458791"/>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b="0" i="0" lang="ar-AE"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6:notes"/>
          <p:cNvSpPr/>
          <p:nvPr>
            <p:ph idx="2" type="sldImg"/>
          </p:nvPr>
        </p:nvSpPr>
        <p:spPr>
          <a:xfrm>
            <a:off x="685800" y="1143000"/>
            <a:ext cx="5486400" cy="3086099"/>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p6:notes"/>
          <p:cNvSpPr txBox="1"/>
          <p:nvPr>
            <p:ph idx="1" type="body"/>
          </p:nvPr>
        </p:nvSpPr>
        <p:spPr>
          <a:xfrm>
            <a:off x="685800" y="4400549"/>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200"/>
              <a:buFont typeface="Calibri"/>
              <a:buNone/>
            </a:pPr>
            <a:r>
              <a:t/>
            </a:r>
            <a:endParaRPr/>
          </a:p>
        </p:txBody>
      </p:sp>
      <p:sp>
        <p:nvSpPr>
          <p:cNvPr id="140" name="Google Shape;140;p6:notes"/>
          <p:cNvSpPr txBox="1"/>
          <p:nvPr>
            <p:ph idx="12" type="sldNum"/>
          </p:nvPr>
        </p:nvSpPr>
        <p:spPr>
          <a:xfrm>
            <a:off x="3884608" y="8685208"/>
            <a:ext cx="2971800" cy="458791"/>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b="0" i="0" lang="ar-AE"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8286adf91c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g38286adf91c_0_8: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200"/>
              <a:buFont typeface="Calibri"/>
              <a:buNone/>
            </a:pPr>
            <a:r>
              <a:t/>
            </a:r>
            <a:endParaRPr/>
          </a:p>
        </p:txBody>
      </p:sp>
      <p:sp>
        <p:nvSpPr>
          <p:cNvPr id="149" name="Google Shape;149;g38286adf91c_0_8:notes"/>
          <p:cNvSpPr txBox="1"/>
          <p:nvPr>
            <p:ph idx="12" type="sldNum"/>
          </p:nvPr>
        </p:nvSpPr>
        <p:spPr>
          <a:xfrm>
            <a:off x="3884608" y="8685208"/>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b="0" i="0" lang="ar-AE"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7:notes"/>
          <p:cNvSpPr/>
          <p:nvPr>
            <p:ph idx="2" type="sldImg"/>
          </p:nvPr>
        </p:nvSpPr>
        <p:spPr>
          <a:xfrm>
            <a:off x="685800" y="1143000"/>
            <a:ext cx="5486400" cy="3086099"/>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7:notes"/>
          <p:cNvSpPr txBox="1"/>
          <p:nvPr>
            <p:ph idx="1" type="body"/>
          </p:nvPr>
        </p:nvSpPr>
        <p:spPr>
          <a:xfrm>
            <a:off x="685800" y="4400549"/>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200"/>
              <a:buFont typeface="Calibri"/>
              <a:buNone/>
            </a:pPr>
            <a:r>
              <a:t/>
            </a:r>
            <a:endParaRPr/>
          </a:p>
        </p:txBody>
      </p:sp>
      <p:sp>
        <p:nvSpPr>
          <p:cNvPr id="158" name="Google Shape;158;p7:notes"/>
          <p:cNvSpPr txBox="1"/>
          <p:nvPr>
            <p:ph idx="12" type="sldNum"/>
          </p:nvPr>
        </p:nvSpPr>
        <p:spPr>
          <a:xfrm>
            <a:off x="3884608" y="8685208"/>
            <a:ext cx="2971800" cy="458791"/>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b="0" i="0" lang="ar-AE"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8:notes"/>
          <p:cNvSpPr/>
          <p:nvPr>
            <p:ph idx="2" type="sldImg"/>
          </p:nvPr>
        </p:nvSpPr>
        <p:spPr>
          <a:xfrm>
            <a:off x="685800" y="1143000"/>
            <a:ext cx="5486400" cy="3086099"/>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8:notes"/>
          <p:cNvSpPr txBox="1"/>
          <p:nvPr>
            <p:ph idx="1" type="body"/>
          </p:nvPr>
        </p:nvSpPr>
        <p:spPr>
          <a:xfrm>
            <a:off x="685800" y="4400549"/>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200"/>
              <a:buFont typeface="Calibri"/>
              <a:buNone/>
            </a:pPr>
            <a:r>
              <a:t/>
            </a:r>
            <a:endParaRPr/>
          </a:p>
        </p:txBody>
      </p:sp>
      <p:sp>
        <p:nvSpPr>
          <p:cNvPr id="165" name="Google Shape;165;p8:notes"/>
          <p:cNvSpPr txBox="1"/>
          <p:nvPr>
            <p:ph idx="12" type="sldNum"/>
          </p:nvPr>
        </p:nvSpPr>
        <p:spPr>
          <a:xfrm>
            <a:off x="3884608" y="8685208"/>
            <a:ext cx="2971800" cy="458791"/>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b="0" i="0" lang="ar-AE"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9:notes"/>
          <p:cNvSpPr/>
          <p:nvPr>
            <p:ph idx="2" type="sldImg"/>
          </p:nvPr>
        </p:nvSpPr>
        <p:spPr>
          <a:xfrm>
            <a:off x="685800" y="1143000"/>
            <a:ext cx="5486400" cy="3086099"/>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9:notes"/>
          <p:cNvSpPr txBox="1"/>
          <p:nvPr>
            <p:ph idx="1" type="body"/>
          </p:nvPr>
        </p:nvSpPr>
        <p:spPr>
          <a:xfrm>
            <a:off x="685800" y="4400549"/>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200"/>
              <a:buFont typeface="Calibri"/>
              <a:buNone/>
            </a:pPr>
            <a:r>
              <a:t/>
            </a:r>
            <a:endParaRPr/>
          </a:p>
        </p:txBody>
      </p:sp>
      <p:sp>
        <p:nvSpPr>
          <p:cNvPr id="173" name="Google Shape;173;p9:notes"/>
          <p:cNvSpPr txBox="1"/>
          <p:nvPr>
            <p:ph idx="12" type="sldNum"/>
          </p:nvPr>
        </p:nvSpPr>
        <p:spPr>
          <a:xfrm>
            <a:off x="3884608" y="8685208"/>
            <a:ext cx="2971800" cy="458791"/>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b="0" i="0" lang="ar-AE"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0:notes"/>
          <p:cNvSpPr/>
          <p:nvPr>
            <p:ph idx="2" type="sldImg"/>
          </p:nvPr>
        </p:nvSpPr>
        <p:spPr>
          <a:xfrm>
            <a:off x="685800" y="1143000"/>
            <a:ext cx="5486400" cy="3086099"/>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10:notes"/>
          <p:cNvSpPr txBox="1"/>
          <p:nvPr>
            <p:ph idx="1" type="body"/>
          </p:nvPr>
        </p:nvSpPr>
        <p:spPr>
          <a:xfrm>
            <a:off x="685800" y="4400549"/>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200"/>
              <a:buFont typeface="Calibri"/>
              <a:buNone/>
            </a:pPr>
            <a:r>
              <a:t/>
            </a:r>
            <a:endParaRPr/>
          </a:p>
        </p:txBody>
      </p:sp>
      <p:sp>
        <p:nvSpPr>
          <p:cNvPr id="179" name="Google Shape;179;p10:notes"/>
          <p:cNvSpPr txBox="1"/>
          <p:nvPr>
            <p:ph idx="12" type="sldNum"/>
          </p:nvPr>
        </p:nvSpPr>
        <p:spPr>
          <a:xfrm>
            <a:off x="3884608" y="8685208"/>
            <a:ext cx="2971800" cy="458791"/>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b="0" i="0" lang="ar-AE"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11:notes"/>
          <p:cNvSpPr txBox="1"/>
          <p:nvPr>
            <p:ph idx="1" type="body"/>
          </p:nvPr>
        </p:nvSpPr>
        <p:spPr>
          <a:xfrm>
            <a:off x="685800" y="4400549"/>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200"/>
              <a:buFont typeface="Calibri"/>
              <a:buNone/>
            </a:pPr>
            <a:r>
              <a:t/>
            </a:r>
            <a:endParaRPr/>
          </a:p>
        </p:txBody>
      </p:sp>
      <p:sp>
        <p:nvSpPr>
          <p:cNvPr id="186" name="Google Shape;186;p11:notes"/>
          <p:cNvSpPr txBox="1"/>
          <p:nvPr>
            <p:ph idx="12" type="sldNum"/>
          </p:nvPr>
        </p:nvSpPr>
        <p:spPr>
          <a:xfrm>
            <a:off x="3884608" y="8685208"/>
            <a:ext cx="2971800" cy="458791"/>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b="0" i="0" lang="ar-AE"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2:notes"/>
          <p:cNvSpPr/>
          <p:nvPr>
            <p:ph idx="2" type="sldImg"/>
          </p:nvPr>
        </p:nvSpPr>
        <p:spPr>
          <a:xfrm>
            <a:off x="685800" y="1143000"/>
            <a:ext cx="5486400" cy="3086099"/>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p12:notes"/>
          <p:cNvSpPr txBox="1"/>
          <p:nvPr>
            <p:ph idx="1" type="body"/>
          </p:nvPr>
        </p:nvSpPr>
        <p:spPr>
          <a:xfrm>
            <a:off x="685800" y="4400549"/>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200"/>
              <a:buFont typeface="Calibri"/>
              <a:buNone/>
            </a:pPr>
            <a:r>
              <a:t/>
            </a:r>
            <a:endParaRPr/>
          </a:p>
        </p:txBody>
      </p:sp>
      <p:sp>
        <p:nvSpPr>
          <p:cNvPr id="192" name="Google Shape;192;p12:notes"/>
          <p:cNvSpPr txBox="1"/>
          <p:nvPr>
            <p:ph idx="12" type="sldNum"/>
          </p:nvPr>
        </p:nvSpPr>
        <p:spPr>
          <a:xfrm>
            <a:off x="3884608" y="8685208"/>
            <a:ext cx="2971800" cy="458791"/>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b="0" i="0" lang="ar-AE"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3:notes"/>
          <p:cNvSpPr/>
          <p:nvPr>
            <p:ph idx="2" type="sldImg"/>
          </p:nvPr>
        </p:nvSpPr>
        <p:spPr>
          <a:xfrm>
            <a:off x="685800" y="1143000"/>
            <a:ext cx="5486400" cy="3086099"/>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13:notes"/>
          <p:cNvSpPr txBox="1"/>
          <p:nvPr>
            <p:ph idx="1" type="body"/>
          </p:nvPr>
        </p:nvSpPr>
        <p:spPr>
          <a:xfrm>
            <a:off x="685800" y="4400549"/>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200"/>
              <a:buFont typeface="Calibri"/>
              <a:buNone/>
            </a:pPr>
            <a:r>
              <a:t/>
            </a:r>
            <a:endParaRPr/>
          </a:p>
        </p:txBody>
      </p:sp>
      <p:sp>
        <p:nvSpPr>
          <p:cNvPr id="198" name="Google Shape;198;p13:notes"/>
          <p:cNvSpPr txBox="1"/>
          <p:nvPr>
            <p:ph idx="12" type="sldNum"/>
          </p:nvPr>
        </p:nvSpPr>
        <p:spPr>
          <a:xfrm>
            <a:off x="3884608" y="8685208"/>
            <a:ext cx="2971800" cy="458791"/>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b="0" i="0" lang="ar-AE"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p16:notes"/>
          <p:cNvSpPr txBox="1"/>
          <p:nvPr>
            <p:ph idx="1" type="body"/>
          </p:nvPr>
        </p:nvSpPr>
        <p:spPr>
          <a:xfrm>
            <a:off x="685800" y="4400549"/>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200"/>
              <a:buFont typeface="Calibri"/>
              <a:buNone/>
            </a:pPr>
            <a:r>
              <a:t/>
            </a:r>
            <a:endParaRPr/>
          </a:p>
        </p:txBody>
      </p:sp>
      <p:sp>
        <p:nvSpPr>
          <p:cNvPr id="205" name="Google Shape;205;p16:notes"/>
          <p:cNvSpPr txBox="1"/>
          <p:nvPr>
            <p:ph idx="12" type="sldNum"/>
          </p:nvPr>
        </p:nvSpPr>
        <p:spPr>
          <a:xfrm>
            <a:off x="3884608" y="8685208"/>
            <a:ext cx="2971800" cy="458791"/>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b="0" i="0" lang="ar-AE"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p14:notes"/>
          <p:cNvSpPr txBox="1"/>
          <p:nvPr>
            <p:ph idx="1" type="body"/>
          </p:nvPr>
        </p:nvSpPr>
        <p:spPr>
          <a:xfrm>
            <a:off x="685800" y="4400549"/>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200"/>
              <a:buFont typeface="Calibri"/>
              <a:buNone/>
            </a:pPr>
            <a:r>
              <a:t/>
            </a:r>
            <a:endParaRPr/>
          </a:p>
        </p:txBody>
      </p:sp>
      <p:sp>
        <p:nvSpPr>
          <p:cNvPr id="211" name="Google Shape;211;p14:notes"/>
          <p:cNvSpPr txBox="1"/>
          <p:nvPr>
            <p:ph idx="12" type="sldNum"/>
          </p:nvPr>
        </p:nvSpPr>
        <p:spPr>
          <a:xfrm>
            <a:off x="3884608" y="8685208"/>
            <a:ext cx="2971800" cy="458791"/>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b="0" i="0" lang="ar-AE"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15:notes"/>
          <p:cNvSpPr txBox="1"/>
          <p:nvPr>
            <p:ph idx="1" type="body"/>
          </p:nvPr>
        </p:nvSpPr>
        <p:spPr>
          <a:xfrm>
            <a:off x="685800" y="4400549"/>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200"/>
              <a:buFont typeface="Calibri"/>
              <a:buNone/>
            </a:pPr>
            <a:r>
              <a:t/>
            </a:r>
            <a:endParaRPr/>
          </a:p>
        </p:txBody>
      </p:sp>
      <p:sp>
        <p:nvSpPr>
          <p:cNvPr id="217" name="Google Shape;217;p15:notes"/>
          <p:cNvSpPr txBox="1"/>
          <p:nvPr>
            <p:ph idx="12" type="sldNum"/>
          </p:nvPr>
        </p:nvSpPr>
        <p:spPr>
          <a:xfrm>
            <a:off x="3884608" y="8685208"/>
            <a:ext cx="2971800" cy="458791"/>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b="0" i="0" lang="ar-AE"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7:notes"/>
          <p:cNvSpPr/>
          <p:nvPr>
            <p:ph idx="2" type="sldImg"/>
          </p:nvPr>
        </p:nvSpPr>
        <p:spPr>
          <a:xfrm>
            <a:off x="685800" y="1143000"/>
            <a:ext cx="5486400" cy="3086099"/>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17:notes"/>
          <p:cNvSpPr txBox="1"/>
          <p:nvPr>
            <p:ph idx="1" type="body"/>
          </p:nvPr>
        </p:nvSpPr>
        <p:spPr>
          <a:xfrm>
            <a:off x="685800" y="4400549"/>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200"/>
              <a:buFont typeface="Calibri"/>
              <a:buNone/>
            </a:pPr>
            <a:r>
              <a:t/>
            </a:r>
            <a:endParaRPr/>
          </a:p>
        </p:txBody>
      </p:sp>
      <p:sp>
        <p:nvSpPr>
          <p:cNvPr id="223" name="Google Shape;223;p17:notes"/>
          <p:cNvSpPr txBox="1"/>
          <p:nvPr>
            <p:ph idx="12" type="sldNum"/>
          </p:nvPr>
        </p:nvSpPr>
        <p:spPr>
          <a:xfrm>
            <a:off x="3884608" y="8685208"/>
            <a:ext cx="2971800" cy="458791"/>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b="0" i="0" lang="ar-AE"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8:notes"/>
          <p:cNvSpPr/>
          <p:nvPr>
            <p:ph idx="2" type="sldImg"/>
          </p:nvPr>
        </p:nvSpPr>
        <p:spPr>
          <a:xfrm>
            <a:off x="685800" y="1143000"/>
            <a:ext cx="5486400" cy="3086099"/>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18:notes"/>
          <p:cNvSpPr txBox="1"/>
          <p:nvPr>
            <p:ph idx="1" type="body"/>
          </p:nvPr>
        </p:nvSpPr>
        <p:spPr>
          <a:xfrm>
            <a:off x="685800" y="4400549"/>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200"/>
              <a:buFont typeface="Calibri"/>
              <a:buNone/>
            </a:pPr>
            <a:r>
              <a:t/>
            </a:r>
            <a:endParaRPr/>
          </a:p>
        </p:txBody>
      </p:sp>
      <p:sp>
        <p:nvSpPr>
          <p:cNvPr id="230" name="Google Shape;230;p18:notes"/>
          <p:cNvSpPr txBox="1"/>
          <p:nvPr>
            <p:ph idx="12" type="sldNum"/>
          </p:nvPr>
        </p:nvSpPr>
        <p:spPr>
          <a:xfrm>
            <a:off x="3884608" y="8685208"/>
            <a:ext cx="2971800" cy="458791"/>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b="0" i="0" lang="ar-AE"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19:notes"/>
          <p:cNvSpPr txBox="1"/>
          <p:nvPr>
            <p:ph idx="1" type="body"/>
          </p:nvPr>
        </p:nvSpPr>
        <p:spPr>
          <a:xfrm>
            <a:off x="685800" y="4400549"/>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200"/>
              <a:buFont typeface="Calibri"/>
              <a:buNone/>
            </a:pPr>
            <a:r>
              <a:t/>
            </a:r>
            <a:endParaRPr/>
          </a:p>
        </p:txBody>
      </p:sp>
      <p:sp>
        <p:nvSpPr>
          <p:cNvPr id="249" name="Google Shape;249;p19:notes"/>
          <p:cNvSpPr txBox="1"/>
          <p:nvPr>
            <p:ph idx="12" type="sldNum"/>
          </p:nvPr>
        </p:nvSpPr>
        <p:spPr>
          <a:xfrm>
            <a:off x="3884608" y="8685208"/>
            <a:ext cx="2971800" cy="458791"/>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b="0" i="0" lang="ar-AE"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0:notes"/>
          <p:cNvSpPr/>
          <p:nvPr>
            <p:ph idx="2" type="sldImg"/>
          </p:nvPr>
        </p:nvSpPr>
        <p:spPr>
          <a:xfrm>
            <a:off x="685800" y="1143000"/>
            <a:ext cx="5486400" cy="3086099"/>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p20:notes"/>
          <p:cNvSpPr txBox="1"/>
          <p:nvPr>
            <p:ph idx="1" type="body"/>
          </p:nvPr>
        </p:nvSpPr>
        <p:spPr>
          <a:xfrm>
            <a:off x="685800" y="4400549"/>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200"/>
              <a:buFont typeface="Calibri"/>
              <a:buNone/>
            </a:pPr>
            <a:r>
              <a:t/>
            </a:r>
            <a:endParaRPr/>
          </a:p>
        </p:txBody>
      </p:sp>
      <p:sp>
        <p:nvSpPr>
          <p:cNvPr id="268" name="Google Shape;268;p20:notes"/>
          <p:cNvSpPr txBox="1"/>
          <p:nvPr>
            <p:ph idx="12" type="sldNum"/>
          </p:nvPr>
        </p:nvSpPr>
        <p:spPr>
          <a:xfrm>
            <a:off x="3884608" y="8685208"/>
            <a:ext cx="2971800" cy="458791"/>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b="0" i="0" lang="ar-AE"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p:cSld name="Content 2">
    <p:spTree>
      <p:nvGrpSpPr>
        <p:cNvPr id="22" name="Shape 22"/>
        <p:cNvGrpSpPr/>
        <p:nvPr/>
      </p:nvGrpSpPr>
      <p:grpSpPr>
        <a:xfrm>
          <a:off x="0" y="0"/>
          <a:ext cx="0" cy="0"/>
          <a:chOff x="0" y="0"/>
          <a:chExt cx="0" cy="0"/>
        </a:xfrm>
      </p:grpSpPr>
      <p:sp>
        <p:nvSpPr>
          <p:cNvPr id="23" name="Google Shape;23;p22"/>
          <p:cNvSpPr txBox="1"/>
          <p:nvPr>
            <p:ph idx="10" type="dt"/>
          </p:nvPr>
        </p:nvSpPr>
        <p:spPr>
          <a:xfrm>
            <a:off x="7337099" y="6398879"/>
            <a:ext cx="4193904" cy="365129"/>
          </a:xfrm>
          <a:prstGeom prst="rect">
            <a:avLst/>
          </a:prstGeom>
          <a:noFill/>
          <a:ln>
            <a:noFill/>
          </a:ln>
        </p:spPr>
        <p:txBody>
          <a:bodyPr anchorCtr="0" anchor="ctr" bIns="45700" lIns="91425" spcFirstLastPara="1" rIns="91425" wrap="square" tIns="45700">
            <a:normAutofit/>
          </a:bodyPr>
          <a:lstStyle>
            <a:lvl1pPr lvl="0" algn="r">
              <a:lnSpc>
                <a:spcPct val="100000"/>
              </a:lnSpc>
              <a:spcBef>
                <a:spcPts val="0"/>
              </a:spcBef>
              <a:spcAft>
                <a:spcPts val="0"/>
              </a:spcAft>
              <a:buClr>
                <a:srgbClr val="001E2E"/>
              </a:buClr>
              <a:buSzPts val="1100"/>
              <a:buFont typeface="Open Sans Light"/>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2"/>
          <p:cNvSpPr txBox="1"/>
          <p:nvPr>
            <p:ph idx="11" type="ftr"/>
          </p:nvPr>
        </p:nvSpPr>
        <p:spPr>
          <a:xfrm>
            <a:off x="154433" y="6398879"/>
            <a:ext cx="4497311" cy="365129"/>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001E2E"/>
              </a:buClr>
              <a:buSzPts val="1200"/>
              <a:buFont typeface="Play"/>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2"/>
          <p:cNvSpPr txBox="1"/>
          <p:nvPr>
            <p:ph idx="12" type="sldNum"/>
          </p:nvPr>
        </p:nvSpPr>
        <p:spPr>
          <a:xfrm>
            <a:off x="11602474" y="6398879"/>
            <a:ext cx="470888" cy="365129"/>
          </a:xfrm>
          <a:prstGeom prst="rect">
            <a:avLst/>
          </a:prstGeom>
          <a:noFill/>
          <a:ln>
            <a:noFill/>
          </a:ln>
        </p:spPr>
        <p:txBody>
          <a:bodyPr anchorCtr="0" anchor="ctr" bIns="45700" lIns="91425" spcFirstLastPara="1" rIns="91425" wrap="square" tIns="45700">
            <a:normAutofit/>
          </a:bodyPr>
          <a:lstStyle>
            <a:lvl1pPr indent="0" lvl="0" marL="0" marR="0" algn="r">
              <a:lnSpc>
                <a:spcPct val="100000"/>
              </a:lnSpc>
              <a:spcBef>
                <a:spcPts val="0"/>
              </a:spcBef>
              <a:spcAft>
                <a:spcPts val="0"/>
              </a:spcAft>
              <a:buClr>
                <a:srgbClr val="001E2E"/>
              </a:buClr>
              <a:buSzPts val="1100"/>
              <a:buFont typeface="Open Sans Light"/>
              <a:buNone/>
              <a:defRPr/>
            </a:lvl1pPr>
            <a:lvl2pPr indent="0" lvl="1" marL="0" marR="0" algn="r">
              <a:lnSpc>
                <a:spcPct val="100000"/>
              </a:lnSpc>
              <a:spcBef>
                <a:spcPts val="0"/>
              </a:spcBef>
              <a:spcAft>
                <a:spcPts val="0"/>
              </a:spcAft>
              <a:buClr>
                <a:srgbClr val="001E2E"/>
              </a:buClr>
              <a:buSzPts val="1100"/>
              <a:buFont typeface="Open Sans Light"/>
              <a:buNone/>
              <a:defRPr/>
            </a:lvl2pPr>
            <a:lvl3pPr indent="0" lvl="2" marL="0" marR="0" algn="r">
              <a:lnSpc>
                <a:spcPct val="100000"/>
              </a:lnSpc>
              <a:spcBef>
                <a:spcPts val="0"/>
              </a:spcBef>
              <a:spcAft>
                <a:spcPts val="0"/>
              </a:spcAft>
              <a:buClr>
                <a:srgbClr val="001E2E"/>
              </a:buClr>
              <a:buSzPts val="1100"/>
              <a:buFont typeface="Open Sans Light"/>
              <a:buNone/>
              <a:defRPr/>
            </a:lvl3pPr>
            <a:lvl4pPr indent="0" lvl="3" marL="0" marR="0" algn="r">
              <a:lnSpc>
                <a:spcPct val="100000"/>
              </a:lnSpc>
              <a:spcBef>
                <a:spcPts val="0"/>
              </a:spcBef>
              <a:spcAft>
                <a:spcPts val="0"/>
              </a:spcAft>
              <a:buClr>
                <a:srgbClr val="001E2E"/>
              </a:buClr>
              <a:buSzPts val="1100"/>
              <a:buFont typeface="Open Sans Light"/>
              <a:buNone/>
              <a:defRPr/>
            </a:lvl4pPr>
            <a:lvl5pPr indent="0" lvl="4" marL="0" marR="0" algn="r">
              <a:lnSpc>
                <a:spcPct val="100000"/>
              </a:lnSpc>
              <a:spcBef>
                <a:spcPts val="0"/>
              </a:spcBef>
              <a:spcAft>
                <a:spcPts val="0"/>
              </a:spcAft>
              <a:buClr>
                <a:srgbClr val="001E2E"/>
              </a:buClr>
              <a:buSzPts val="1100"/>
              <a:buFont typeface="Open Sans Light"/>
              <a:buNone/>
              <a:defRPr/>
            </a:lvl5pPr>
            <a:lvl6pPr indent="0" lvl="5" marL="0" marR="0" algn="r">
              <a:lnSpc>
                <a:spcPct val="100000"/>
              </a:lnSpc>
              <a:spcBef>
                <a:spcPts val="0"/>
              </a:spcBef>
              <a:spcAft>
                <a:spcPts val="0"/>
              </a:spcAft>
              <a:buClr>
                <a:srgbClr val="001E2E"/>
              </a:buClr>
              <a:buSzPts val="1100"/>
              <a:buFont typeface="Open Sans Light"/>
              <a:buNone/>
              <a:defRPr/>
            </a:lvl6pPr>
            <a:lvl7pPr indent="0" lvl="6" marL="0" marR="0" algn="r">
              <a:lnSpc>
                <a:spcPct val="100000"/>
              </a:lnSpc>
              <a:spcBef>
                <a:spcPts val="0"/>
              </a:spcBef>
              <a:spcAft>
                <a:spcPts val="0"/>
              </a:spcAft>
              <a:buClr>
                <a:srgbClr val="001E2E"/>
              </a:buClr>
              <a:buSzPts val="1100"/>
              <a:buFont typeface="Open Sans Light"/>
              <a:buNone/>
              <a:defRPr/>
            </a:lvl7pPr>
            <a:lvl8pPr indent="0" lvl="7" marL="0" marR="0" algn="r">
              <a:lnSpc>
                <a:spcPct val="100000"/>
              </a:lnSpc>
              <a:spcBef>
                <a:spcPts val="0"/>
              </a:spcBef>
              <a:spcAft>
                <a:spcPts val="0"/>
              </a:spcAft>
              <a:buClr>
                <a:srgbClr val="001E2E"/>
              </a:buClr>
              <a:buSzPts val="1100"/>
              <a:buFont typeface="Open Sans Light"/>
              <a:buNone/>
              <a:defRPr/>
            </a:lvl8pPr>
            <a:lvl9pPr indent="0" lvl="8" marL="0" marR="0" algn="r">
              <a:lnSpc>
                <a:spcPct val="100000"/>
              </a:lnSpc>
              <a:spcBef>
                <a:spcPts val="0"/>
              </a:spcBef>
              <a:spcAft>
                <a:spcPts val="0"/>
              </a:spcAft>
              <a:buClr>
                <a:srgbClr val="001E2E"/>
              </a:buClr>
              <a:buSzPts val="1100"/>
              <a:buFont typeface="Open Sans Light"/>
              <a:buNone/>
              <a:defRPr/>
            </a:lvl9pPr>
          </a:lstStyle>
          <a:p>
            <a:pPr indent="0" lvl="0" marL="0" rtl="0" algn="r">
              <a:spcBef>
                <a:spcPts val="0"/>
              </a:spcBef>
              <a:spcAft>
                <a:spcPts val="0"/>
              </a:spcAft>
              <a:buNone/>
            </a:pPr>
            <a:fld id="{00000000-1234-1234-1234-123412341234}" type="slidenum">
              <a:rPr lang="ar-AE"/>
              <a:t>‹#›</a:t>
            </a:fld>
            <a:endParaRPr b="0" i="0" sz="1100" u="none" cap="none" strike="noStrike">
              <a:solidFill>
                <a:srgbClr val="001E2E"/>
              </a:solidFill>
              <a:latin typeface="Open Sans Light"/>
              <a:ea typeface="Open Sans Light"/>
              <a:cs typeface="Open Sans Light"/>
              <a:sym typeface="Open Sans Light"/>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picture">
  <p:cSld name="Title + picture">
    <p:spTree>
      <p:nvGrpSpPr>
        <p:cNvPr id="26" name="Shape 26"/>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picture">
  <p:cSld name="Title + subtitle + picture">
    <p:spTree>
      <p:nvGrpSpPr>
        <p:cNvPr id="27" name="Shape 27"/>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p:cSld name="Content 1">
    <p:spTree>
      <p:nvGrpSpPr>
        <p:cNvPr id="28" name="Shape 28"/>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1">
  <p:cSld name="Two Content 1">
    <p:spTree>
      <p:nvGrpSpPr>
        <p:cNvPr id="29" name="Shape 29"/>
        <p:cNvGrpSpPr/>
        <p:nvPr/>
      </p:nvGrpSpPr>
      <p:grpSpPr>
        <a:xfrm>
          <a:off x="0" y="0"/>
          <a:ext cx="0" cy="0"/>
          <a:chOff x="0" y="0"/>
          <a:chExt cx="0" cy="0"/>
        </a:xfrm>
      </p:grpSpPr>
      <p:sp>
        <p:nvSpPr>
          <p:cNvPr id="30" name="Google Shape;30;p26"/>
          <p:cNvSpPr txBox="1"/>
          <p:nvPr>
            <p:ph type="title"/>
          </p:nvPr>
        </p:nvSpPr>
        <p:spPr>
          <a:xfrm>
            <a:off x="1143000" y="533396"/>
            <a:ext cx="9905996" cy="138215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001E2E"/>
              </a:buClr>
              <a:buSzPts val="3600"/>
              <a:buFont typeface="Play"/>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6"/>
          <p:cNvSpPr txBox="1"/>
          <p:nvPr>
            <p:ph idx="1" type="body"/>
          </p:nvPr>
        </p:nvSpPr>
        <p:spPr>
          <a:xfrm>
            <a:off x="834956" y="2032665"/>
            <a:ext cx="4463003" cy="406748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rgbClr val="001E2E"/>
              </a:buClr>
              <a:buSzPts val="1440"/>
              <a:buNone/>
              <a:defRPr sz="1800"/>
            </a:lvl1pPr>
            <a:lvl2pPr indent="-320040" lvl="1" marL="914400" algn="l">
              <a:lnSpc>
                <a:spcPct val="100000"/>
              </a:lnSpc>
              <a:spcBef>
                <a:spcPts val="1000"/>
              </a:spcBef>
              <a:spcAft>
                <a:spcPts val="0"/>
              </a:spcAft>
              <a:buClr>
                <a:srgbClr val="001E2E"/>
              </a:buClr>
              <a:buSzPts val="1440"/>
              <a:buChar char="•"/>
              <a:defRPr sz="1800"/>
            </a:lvl2pPr>
            <a:lvl3pPr indent="-320039" lvl="2" marL="1371600" algn="l">
              <a:lnSpc>
                <a:spcPct val="100000"/>
              </a:lnSpc>
              <a:spcBef>
                <a:spcPts val="1000"/>
              </a:spcBef>
              <a:spcAft>
                <a:spcPts val="0"/>
              </a:spcAft>
              <a:buClr>
                <a:srgbClr val="001E2E"/>
              </a:buClr>
              <a:buSzPts val="1440"/>
              <a:buChar char="•"/>
              <a:defRPr/>
            </a:lvl3pPr>
            <a:lvl4pPr indent="-320039" lvl="3" marL="1828800" algn="l">
              <a:lnSpc>
                <a:spcPct val="100000"/>
              </a:lnSpc>
              <a:spcBef>
                <a:spcPts val="1000"/>
              </a:spcBef>
              <a:spcAft>
                <a:spcPts val="0"/>
              </a:spcAft>
              <a:buClr>
                <a:srgbClr val="001E2E"/>
              </a:buClr>
              <a:buSzPts val="1440"/>
              <a:buChar char="•"/>
              <a:defRPr sz="1800"/>
            </a:lvl4pPr>
            <a:lvl5pPr indent="-320039" lvl="4" marL="2286000" algn="l">
              <a:lnSpc>
                <a:spcPct val="100000"/>
              </a:lnSpc>
              <a:spcBef>
                <a:spcPts val="1000"/>
              </a:spcBef>
              <a:spcAft>
                <a:spcPts val="0"/>
              </a:spcAft>
              <a:buClr>
                <a:srgbClr val="001E2E"/>
              </a:buClr>
              <a:buSzPts val="1440"/>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26"/>
          <p:cNvSpPr txBox="1"/>
          <p:nvPr>
            <p:ph idx="2" type="body"/>
          </p:nvPr>
        </p:nvSpPr>
        <p:spPr>
          <a:xfrm>
            <a:off x="6141723" y="2032665"/>
            <a:ext cx="5212080" cy="406748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rgbClr val="001E2E"/>
              </a:buClr>
              <a:buSzPts val="1440"/>
              <a:buNone/>
              <a:defRPr sz="1800"/>
            </a:lvl1pPr>
            <a:lvl2pPr indent="-320040" lvl="1" marL="914400" algn="l">
              <a:lnSpc>
                <a:spcPct val="100000"/>
              </a:lnSpc>
              <a:spcBef>
                <a:spcPts val="1000"/>
              </a:spcBef>
              <a:spcAft>
                <a:spcPts val="0"/>
              </a:spcAft>
              <a:buClr>
                <a:srgbClr val="001E2E"/>
              </a:buClr>
              <a:buSzPts val="1440"/>
              <a:buChar char="•"/>
              <a:defRPr sz="1800"/>
            </a:lvl2pPr>
            <a:lvl3pPr indent="-320039" lvl="2" marL="1371600" algn="l">
              <a:lnSpc>
                <a:spcPct val="100000"/>
              </a:lnSpc>
              <a:spcBef>
                <a:spcPts val="1000"/>
              </a:spcBef>
              <a:spcAft>
                <a:spcPts val="0"/>
              </a:spcAft>
              <a:buClr>
                <a:srgbClr val="001E2E"/>
              </a:buClr>
              <a:buSzPts val="1440"/>
              <a:buChar char="•"/>
              <a:defRPr/>
            </a:lvl3pPr>
            <a:lvl4pPr indent="-320039" lvl="3" marL="1828800" algn="l">
              <a:lnSpc>
                <a:spcPct val="100000"/>
              </a:lnSpc>
              <a:spcBef>
                <a:spcPts val="1000"/>
              </a:spcBef>
              <a:spcAft>
                <a:spcPts val="0"/>
              </a:spcAft>
              <a:buClr>
                <a:srgbClr val="001E2E"/>
              </a:buClr>
              <a:buSzPts val="1440"/>
              <a:buChar char="•"/>
              <a:defRPr sz="1800"/>
            </a:lvl4pPr>
            <a:lvl5pPr indent="-320039" lvl="4" marL="2286000" algn="l">
              <a:lnSpc>
                <a:spcPct val="100000"/>
              </a:lnSpc>
              <a:spcBef>
                <a:spcPts val="1000"/>
              </a:spcBef>
              <a:spcAft>
                <a:spcPts val="0"/>
              </a:spcAft>
              <a:buClr>
                <a:srgbClr val="001E2E"/>
              </a:buClr>
              <a:buSzPts val="1440"/>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26"/>
          <p:cNvSpPr txBox="1"/>
          <p:nvPr>
            <p:ph idx="10" type="dt"/>
          </p:nvPr>
        </p:nvSpPr>
        <p:spPr>
          <a:xfrm>
            <a:off x="7337099" y="6398879"/>
            <a:ext cx="4193904" cy="365129"/>
          </a:xfrm>
          <a:prstGeom prst="rect">
            <a:avLst/>
          </a:prstGeom>
          <a:noFill/>
          <a:ln>
            <a:noFill/>
          </a:ln>
        </p:spPr>
        <p:txBody>
          <a:bodyPr anchorCtr="0" anchor="ctr" bIns="45700" lIns="91425" spcFirstLastPara="1" rIns="91425" wrap="square" tIns="45700">
            <a:normAutofit/>
          </a:bodyPr>
          <a:lstStyle>
            <a:lvl1pPr lvl="0" algn="r">
              <a:lnSpc>
                <a:spcPct val="100000"/>
              </a:lnSpc>
              <a:spcBef>
                <a:spcPts val="0"/>
              </a:spcBef>
              <a:spcAft>
                <a:spcPts val="0"/>
              </a:spcAft>
              <a:buClr>
                <a:srgbClr val="001E2E"/>
              </a:buClr>
              <a:buSzPts val="1100"/>
              <a:buFont typeface="Open Sans Light"/>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6"/>
          <p:cNvSpPr txBox="1"/>
          <p:nvPr>
            <p:ph idx="11" type="ftr"/>
          </p:nvPr>
        </p:nvSpPr>
        <p:spPr>
          <a:xfrm>
            <a:off x="154433" y="6398879"/>
            <a:ext cx="4497311" cy="365129"/>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001E2E"/>
              </a:buClr>
              <a:buSzPts val="1200"/>
              <a:buFont typeface="Play"/>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6"/>
          <p:cNvSpPr txBox="1"/>
          <p:nvPr>
            <p:ph idx="12" type="sldNum"/>
          </p:nvPr>
        </p:nvSpPr>
        <p:spPr>
          <a:xfrm>
            <a:off x="11602474" y="6398879"/>
            <a:ext cx="470888" cy="365129"/>
          </a:xfrm>
          <a:prstGeom prst="rect">
            <a:avLst/>
          </a:prstGeom>
          <a:noFill/>
          <a:ln>
            <a:noFill/>
          </a:ln>
        </p:spPr>
        <p:txBody>
          <a:bodyPr anchorCtr="0" anchor="ctr" bIns="45700" lIns="91425" spcFirstLastPara="1" rIns="91425" wrap="square" tIns="45700">
            <a:normAutofit/>
          </a:bodyPr>
          <a:lstStyle>
            <a:lvl1pPr indent="0" lvl="0" marL="0" marR="0" algn="r">
              <a:lnSpc>
                <a:spcPct val="100000"/>
              </a:lnSpc>
              <a:spcBef>
                <a:spcPts val="0"/>
              </a:spcBef>
              <a:spcAft>
                <a:spcPts val="0"/>
              </a:spcAft>
              <a:buClr>
                <a:srgbClr val="001E2E"/>
              </a:buClr>
              <a:buSzPts val="1100"/>
              <a:buFont typeface="Open Sans Light"/>
              <a:buNone/>
              <a:defRPr/>
            </a:lvl1pPr>
            <a:lvl2pPr indent="0" lvl="1" marL="0" marR="0" algn="r">
              <a:lnSpc>
                <a:spcPct val="100000"/>
              </a:lnSpc>
              <a:spcBef>
                <a:spcPts val="0"/>
              </a:spcBef>
              <a:spcAft>
                <a:spcPts val="0"/>
              </a:spcAft>
              <a:buClr>
                <a:srgbClr val="001E2E"/>
              </a:buClr>
              <a:buSzPts val="1100"/>
              <a:buFont typeface="Open Sans Light"/>
              <a:buNone/>
              <a:defRPr/>
            </a:lvl2pPr>
            <a:lvl3pPr indent="0" lvl="2" marL="0" marR="0" algn="r">
              <a:lnSpc>
                <a:spcPct val="100000"/>
              </a:lnSpc>
              <a:spcBef>
                <a:spcPts val="0"/>
              </a:spcBef>
              <a:spcAft>
                <a:spcPts val="0"/>
              </a:spcAft>
              <a:buClr>
                <a:srgbClr val="001E2E"/>
              </a:buClr>
              <a:buSzPts val="1100"/>
              <a:buFont typeface="Open Sans Light"/>
              <a:buNone/>
              <a:defRPr/>
            </a:lvl3pPr>
            <a:lvl4pPr indent="0" lvl="3" marL="0" marR="0" algn="r">
              <a:lnSpc>
                <a:spcPct val="100000"/>
              </a:lnSpc>
              <a:spcBef>
                <a:spcPts val="0"/>
              </a:spcBef>
              <a:spcAft>
                <a:spcPts val="0"/>
              </a:spcAft>
              <a:buClr>
                <a:srgbClr val="001E2E"/>
              </a:buClr>
              <a:buSzPts val="1100"/>
              <a:buFont typeface="Open Sans Light"/>
              <a:buNone/>
              <a:defRPr/>
            </a:lvl4pPr>
            <a:lvl5pPr indent="0" lvl="4" marL="0" marR="0" algn="r">
              <a:lnSpc>
                <a:spcPct val="100000"/>
              </a:lnSpc>
              <a:spcBef>
                <a:spcPts val="0"/>
              </a:spcBef>
              <a:spcAft>
                <a:spcPts val="0"/>
              </a:spcAft>
              <a:buClr>
                <a:srgbClr val="001E2E"/>
              </a:buClr>
              <a:buSzPts val="1100"/>
              <a:buFont typeface="Open Sans Light"/>
              <a:buNone/>
              <a:defRPr/>
            </a:lvl5pPr>
            <a:lvl6pPr indent="0" lvl="5" marL="0" marR="0" algn="r">
              <a:lnSpc>
                <a:spcPct val="100000"/>
              </a:lnSpc>
              <a:spcBef>
                <a:spcPts val="0"/>
              </a:spcBef>
              <a:spcAft>
                <a:spcPts val="0"/>
              </a:spcAft>
              <a:buClr>
                <a:srgbClr val="001E2E"/>
              </a:buClr>
              <a:buSzPts val="1100"/>
              <a:buFont typeface="Open Sans Light"/>
              <a:buNone/>
              <a:defRPr/>
            </a:lvl6pPr>
            <a:lvl7pPr indent="0" lvl="6" marL="0" marR="0" algn="r">
              <a:lnSpc>
                <a:spcPct val="100000"/>
              </a:lnSpc>
              <a:spcBef>
                <a:spcPts val="0"/>
              </a:spcBef>
              <a:spcAft>
                <a:spcPts val="0"/>
              </a:spcAft>
              <a:buClr>
                <a:srgbClr val="001E2E"/>
              </a:buClr>
              <a:buSzPts val="1100"/>
              <a:buFont typeface="Open Sans Light"/>
              <a:buNone/>
              <a:defRPr/>
            </a:lvl7pPr>
            <a:lvl8pPr indent="0" lvl="7" marL="0" marR="0" algn="r">
              <a:lnSpc>
                <a:spcPct val="100000"/>
              </a:lnSpc>
              <a:spcBef>
                <a:spcPts val="0"/>
              </a:spcBef>
              <a:spcAft>
                <a:spcPts val="0"/>
              </a:spcAft>
              <a:buClr>
                <a:srgbClr val="001E2E"/>
              </a:buClr>
              <a:buSzPts val="1100"/>
              <a:buFont typeface="Open Sans Light"/>
              <a:buNone/>
              <a:defRPr/>
            </a:lvl8pPr>
            <a:lvl9pPr indent="0" lvl="8" marL="0" marR="0" algn="r">
              <a:lnSpc>
                <a:spcPct val="100000"/>
              </a:lnSpc>
              <a:spcBef>
                <a:spcPts val="0"/>
              </a:spcBef>
              <a:spcAft>
                <a:spcPts val="0"/>
              </a:spcAft>
              <a:buClr>
                <a:srgbClr val="001E2E"/>
              </a:buClr>
              <a:buSzPts val="1100"/>
              <a:buFont typeface="Open Sans Light"/>
              <a:buNone/>
              <a:defRPr/>
            </a:lvl9pPr>
          </a:lstStyle>
          <a:p>
            <a:pPr indent="0" lvl="0" marL="0" rtl="0" algn="r">
              <a:spcBef>
                <a:spcPts val="0"/>
              </a:spcBef>
              <a:spcAft>
                <a:spcPts val="0"/>
              </a:spcAft>
              <a:buNone/>
            </a:pPr>
            <a:fld id="{00000000-1234-1234-1234-123412341234}" type="slidenum">
              <a:rPr lang="ar-AE"/>
              <a:t>‹#›</a:t>
            </a:fld>
            <a:endParaRPr b="0" i="0" sz="1100" u="none" cap="none" strike="noStrike">
              <a:solidFill>
                <a:srgbClr val="001E2E"/>
              </a:solidFill>
              <a:latin typeface="Open Sans Light"/>
              <a:ea typeface="Open Sans Light"/>
              <a:cs typeface="Open Sans Light"/>
              <a:sym typeface="Open Sans Light"/>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2">
  <p:cSld name="Two Content 2">
    <p:spTree>
      <p:nvGrpSpPr>
        <p:cNvPr id="36" name="Shape 36"/>
        <p:cNvGrpSpPr/>
        <p:nvPr/>
      </p:nvGrpSpPr>
      <p:grpSpPr>
        <a:xfrm>
          <a:off x="0" y="0"/>
          <a:ext cx="0" cy="0"/>
          <a:chOff x="0" y="0"/>
          <a:chExt cx="0" cy="0"/>
        </a:xfrm>
      </p:grpSpPr>
      <p:sp>
        <p:nvSpPr>
          <p:cNvPr id="37" name="Google Shape;37;p27"/>
          <p:cNvSpPr txBox="1"/>
          <p:nvPr>
            <p:ph type="title"/>
          </p:nvPr>
        </p:nvSpPr>
        <p:spPr>
          <a:xfrm>
            <a:off x="1143000" y="533396"/>
            <a:ext cx="9905996" cy="138215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001E2E"/>
              </a:buClr>
              <a:buSzPts val="3600"/>
              <a:buFont typeface="Play"/>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7"/>
          <p:cNvSpPr txBox="1"/>
          <p:nvPr>
            <p:ph idx="1" type="body"/>
          </p:nvPr>
        </p:nvSpPr>
        <p:spPr>
          <a:xfrm>
            <a:off x="838203" y="2078961"/>
            <a:ext cx="3435629" cy="4067488"/>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Clr>
                <a:srgbClr val="001E2E"/>
              </a:buClr>
              <a:buSzPts val="1440"/>
              <a:buFont typeface="Play"/>
              <a:buAutoNum type="arabicPeriod"/>
              <a:defRPr sz="1800"/>
            </a:lvl1pPr>
            <a:lvl2pPr indent="-320040" lvl="1" marL="914400" algn="l">
              <a:lnSpc>
                <a:spcPct val="100000"/>
              </a:lnSpc>
              <a:spcBef>
                <a:spcPts val="1000"/>
              </a:spcBef>
              <a:spcAft>
                <a:spcPts val="0"/>
              </a:spcAft>
              <a:buClr>
                <a:srgbClr val="001E2E"/>
              </a:buClr>
              <a:buSzPts val="1440"/>
              <a:buFont typeface="Play"/>
              <a:buAutoNum type="alphaLcPeriod"/>
              <a:defRPr sz="1800"/>
            </a:lvl2pPr>
            <a:lvl3pPr indent="-320039" lvl="2" marL="1371600" algn="l">
              <a:lnSpc>
                <a:spcPct val="100000"/>
              </a:lnSpc>
              <a:spcBef>
                <a:spcPts val="1000"/>
              </a:spcBef>
              <a:spcAft>
                <a:spcPts val="0"/>
              </a:spcAft>
              <a:buClr>
                <a:srgbClr val="001E2E"/>
              </a:buClr>
              <a:buSzPts val="1440"/>
              <a:buFont typeface="Play"/>
              <a:buAutoNum type="arabicParenR"/>
              <a:defRPr/>
            </a:lvl3pPr>
            <a:lvl4pPr indent="-320039" lvl="3" marL="1828800" algn="l">
              <a:lnSpc>
                <a:spcPct val="100000"/>
              </a:lnSpc>
              <a:spcBef>
                <a:spcPts val="1000"/>
              </a:spcBef>
              <a:spcAft>
                <a:spcPts val="0"/>
              </a:spcAft>
              <a:buClr>
                <a:srgbClr val="001E2E"/>
              </a:buClr>
              <a:buSzPts val="1440"/>
              <a:buFont typeface="Play"/>
              <a:buAutoNum type="alphaLcParenR"/>
              <a:defRPr sz="1800"/>
            </a:lvl4pPr>
            <a:lvl5pPr indent="-320039" lvl="4" marL="2286000" algn="l">
              <a:lnSpc>
                <a:spcPct val="100000"/>
              </a:lnSpc>
              <a:spcBef>
                <a:spcPts val="1000"/>
              </a:spcBef>
              <a:spcAft>
                <a:spcPts val="0"/>
              </a:spcAft>
              <a:buClr>
                <a:srgbClr val="001E2E"/>
              </a:buClr>
              <a:buSzPts val="1440"/>
              <a:buFont typeface="Play"/>
              <a:buAutoNum type="romanLcPeriod"/>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27"/>
          <p:cNvSpPr txBox="1"/>
          <p:nvPr>
            <p:ph idx="2" type="body"/>
          </p:nvPr>
        </p:nvSpPr>
        <p:spPr>
          <a:xfrm>
            <a:off x="4965539" y="2087319"/>
            <a:ext cx="6007260" cy="406748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rgbClr val="001E2E"/>
              </a:buClr>
              <a:buSzPts val="1440"/>
              <a:buNone/>
              <a:defRPr sz="1800"/>
            </a:lvl1pPr>
            <a:lvl2pPr indent="-320040" lvl="1" marL="914400" algn="l">
              <a:lnSpc>
                <a:spcPct val="100000"/>
              </a:lnSpc>
              <a:spcBef>
                <a:spcPts val="1000"/>
              </a:spcBef>
              <a:spcAft>
                <a:spcPts val="0"/>
              </a:spcAft>
              <a:buClr>
                <a:srgbClr val="001E2E"/>
              </a:buClr>
              <a:buSzPts val="1440"/>
              <a:buChar char="•"/>
              <a:defRPr sz="1800"/>
            </a:lvl2pPr>
            <a:lvl3pPr indent="-320039" lvl="2" marL="1371600" algn="l">
              <a:lnSpc>
                <a:spcPct val="100000"/>
              </a:lnSpc>
              <a:spcBef>
                <a:spcPts val="1000"/>
              </a:spcBef>
              <a:spcAft>
                <a:spcPts val="0"/>
              </a:spcAft>
              <a:buClr>
                <a:srgbClr val="001E2E"/>
              </a:buClr>
              <a:buSzPts val="1440"/>
              <a:buChar char="•"/>
              <a:defRPr/>
            </a:lvl3pPr>
            <a:lvl4pPr indent="-320039" lvl="3" marL="1828800" algn="l">
              <a:lnSpc>
                <a:spcPct val="100000"/>
              </a:lnSpc>
              <a:spcBef>
                <a:spcPts val="1000"/>
              </a:spcBef>
              <a:spcAft>
                <a:spcPts val="0"/>
              </a:spcAft>
              <a:buClr>
                <a:srgbClr val="001E2E"/>
              </a:buClr>
              <a:buSzPts val="1440"/>
              <a:buChar char="•"/>
              <a:defRPr sz="1800"/>
            </a:lvl4pPr>
            <a:lvl5pPr indent="-320039" lvl="4" marL="2286000" algn="l">
              <a:lnSpc>
                <a:spcPct val="100000"/>
              </a:lnSpc>
              <a:spcBef>
                <a:spcPts val="1000"/>
              </a:spcBef>
              <a:spcAft>
                <a:spcPts val="0"/>
              </a:spcAft>
              <a:buClr>
                <a:srgbClr val="001E2E"/>
              </a:buClr>
              <a:buSzPts val="1440"/>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7"/>
          <p:cNvSpPr txBox="1"/>
          <p:nvPr>
            <p:ph idx="10" type="dt"/>
          </p:nvPr>
        </p:nvSpPr>
        <p:spPr>
          <a:xfrm>
            <a:off x="7337099" y="6398879"/>
            <a:ext cx="4193904" cy="365129"/>
          </a:xfrm>
          <a:prstGeom prst="rect">
            <a:avLst/>
          </a:prstGeom>
          <a:noFill/>
          <a:ln>
            <a:noFill/>
          </a:ln>
        </p:spPr>
        <p:txBody>
          <a:bodyPr anchorCtr="0" anchor="ctr" bIns="45700" lIns="91425" spcFirstLastPara="1" rIns="91425" wrap="square" tIns="45700">
            <a:normAutofit/>
          </a:bodyPr>
          <a:lstStyle>
            <a:lvl1pPr lvl="0" algn="r">
              <a:lnSpc>
                <a:spcPct val="100000"/>
              </a:lnSpc>
              <a:spcBef>
                <a:spcPts val="0"/>
              </a:spcBef>
              <a:spcAft>
                <a:spcPts val="0"/>
              </a:spcAft>
              <a:buClr>
                <a:srgbClr val="001E2E"/>
              </a:buClr>
              <a:buSzPts val="1100"/>
              <a:buFont typeface="Open Sans Light"/>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7"/>
          <p:cNvSpPr txBox="1"/>
          <p:nvPr>
            <p:ph idx="11" type="ftr"/>
          </p:nvPr>
        </p:nvSpPr>
        <p:spPr>
          <a:xfrm>
            <a:off x="154433" y="6398879"/>
            <a:ext cx="4497311" cy="365129"/>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001E2E"/>
              </a:buClr>
              <a:buSzPts val="1200"/>
              <a:buFont typeface="Play"/>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7"/>
          <p:cNvSpPr txBox="1"/>
          <p:nvPr>
            <p:ph idx="12" type="sldNum"/>
          </p:nvPr>
        </p:nvSpPr>
        <p:spPr>
          <a:xfrm>
            <a:off x="11602474" y="6398879"/>
            <a:ext cx="470888" cy="365129"/>
          </a:xfrm>
          <a:prstGeom prst="rect">
            <a:avLst/>
          </a:prstGeom>
          <a:noFill/>
          <a:ln>
            <a:noFill/>
          </a:ln>
        </p:spPr>
        <p:txBody>
          <a:bodyPr anchorCtr="0" anchor="ctr" bIns="45700" lIns="91425" spcFirstLastPara="1" rIns="91425" wrap="square" tIns="45700">
            <a:normAutofit/>
          </a:bodyPr>
          <a:lstStyle>
            <a:lvl1pPr indent="0" lvl="0" marL="0" marR="0" algn="r">
              <a:lnSpc>
                <a:spcPct val="100000"/>
              </a:lnSpc>
              <a:spcBef>
                <a:spcPts val="0"/>
              </a:spcBef>
              <a:spcAft>
                <a:spcPts val="0"/>
              </a:spcAft>
              <a:buClr>
                <a:srgbClr val="001E2E"/>
              </a:buClr>
              <a:buSzPts val="1100"/>
              <a:buFont typeface="Open Sans Light"/>
              <a:buNone/>
              <a:defRPr/>
            </a:lvl1pPr>
            <a:lvl2pPr indent="0" lvl="1" marL="0" marR="0" algn="r">
              <a:lnSpc>
                <a:spcPct val="100000"/>
              </a:lnSpc>
              <a:spcBef>
                <a:spcPts val="0"/>
              </a:spcBef>
              <a:spcAft>
                <a:spcPts val="0"/>
              </a:spcAft>
              <a:buClr>
                <a:srgbClr val="001E2E"/>
              </a:buClr>
              <a:buSzPts val="1100"/>
              <a:buFont typeface="Open Sans Light"/>
              <a:buNone/>
              <a:defRPr/>
            </a:lvl2pPr>
            <a:lvl3pPr indent="0" lvl="2" marL="0" marR="0" algn="r">
              <a:lnSpc>
                <a:spcPct val="100000"/>
              </a:lnSpc>
              <a:spcBef>
                <a:spcPts val="0"/>
              </a:spcBef>
              <a:spcAft>
                <a:spcPts val="0"/>
              </a:spcAft>
              <a:buClr>
                <a:srgbClr val="001E2E"/>
              </a:buClr>
              <a:buSzPts val="1100"/>
              <a:buFont typeface="Open Sans Light"/>
              <a:buNone/>
              <a:defRPr/>
            </a:lvl3pPr>
            <a:lvl4pPr indent="0" lvl="3" marL="0" marR="0" algn="r">
              <a:lnSpc>
                <a:spcPct val="100000"/>
              </a:lnSpc>
              <a:spcBef>
                <a:spcPts val="0"/>
              </a:spcBef>
              <a:spcAft>
                <a:spcPts val="0"/>
              </a:spcAft>
              <a:buClr>
                <a:srgbClr val="001E2E"/>
              </a:buClr>
              <a:buSzPts val="1100"/>
              <a:buFont typeface="Open Sans Light"/>
              <a:buNone/>
              <a:defRPr/>
            </a:lvl4pPr>
            <a:lvl5pPr indent="0" lvl="4" marL="0" marR="0" algn="r">
              <a:lnSpc>
                <a:spcPct val="100000"/>
              </a:lnSpc>
              <a:spcBef>
                <a:spcPts val="0"/>
              </a:spcBef>
              <a:spcAft>
                <a:spcPts val="0"/>
              </a:spcAft>
              <a:buClr>
                <a:srgbClr val="001E2E"/>
              </a:buClr>
              <a:buSzPts val="1100"/>
              <a:buFont typeface="Open Sans Light"/>
              <a:buNone/>
              <a:defRPr/>
            </a:lvl5pPr>
            <a:lvl6pPr indent="0" lvl="5" marL="0" marR="0" algn="r">
              <a:lnSpc>
                <a:spcPct val="100000"/>
              </a:lnSpc>
              <a:spcBef>
                <a:spcPts val="0"/>
              </a:spcBef>
              <a:spcAft>
                <a:spcPts val="0"/>
              </a:spcAft>
              <a:buClr>
                <a:srgbClr val="001E2E"/>
              </a:buClr>
              <a:buSzPts val="1100"/>
              <a:buFont typeface="Open Sans Light"/>
              <a:buNone/>
              <a:defRPr/>
            </a:lvl6pPr>
            <a:lvl7pPr indent="0" lvl="6" marL="0" marR="0" algn="r">
              <a:lnSpc>
                <a:spcPct val="100000"/>
              </a:lnSpc>
              <a:spcBef>
                <a:spcPts val="0"/>
              </a:spcBef>
              <a:spcAft>
                <a:spcPts val="0"/>
              </a:spcAft>
              <a:buClr>
                <a:srgbClr val="001E2E"/>
              </a:buClr>
              <a:buSzPts val="1100"/>
              <a:buFont typeface="Open Sans Light"/>
              <a:buNone/>
              <a:defRPr/>
            </a:lvl7pPr>
            <a:lvl8pPr indent="0" lvl="7" marL="0" marR="0" algn="r">
              <a:lnSpc>
                <a:spcPct val="100000"/>
              </a:lnSpc>
              <a:spcBef>
                <a:spcPts val="0"/>
              </a:spcBef>
              <a:spcAft>
                <a:spcPts val="0"/>
              </a:spcAft>
              <a:buClr>
                <a:srgbClr val="001E2E"/>
              </a:buClr>
              <a:buSzPts val="1100"/>
              <a:buFont typeface="Open Sans Light"/>
              <a:buNone/>
              <a:defRPr/>
            </a:lvl8pPr>
            <a:lvl9pPr indent="0" lvl="8" marL="0" marR="0" algn="r">
              <a:lnSpc>
                <a:spcPct val="100000"/>
              </a:lnSpc>
              <a:spcBef>
                <a:spcPts val="0"/>
              </a:spcBef>
              <a:spcAft>
                <a:spcPts val="0"/>
              </a:spcAft>
              <a:buClr>
                <a:srgbClr val="001E2E"/>
              </a:buClr>
              <a:buSzPts val="1100"/>
              <a:buFont typeface="Open Sans Light"/>
              <a:buNone/>
              <a:defRPr/>
            </a:lvl9pPr>
          </a:lstStyle>
          <a:p>
            <a:pPr indent="0" lvl="0" marL="0" rtl="0" algn="r">
              <a:spcBef>
                <a:spcPts val="0"/>
              </a:spcBef>
              <a:spcAft>
                <a:spcPts val="0"/>
              </a:spcAft>
              <a:buNone/>
            </a:pPr>
            <a:fld id="{00000000-1234-1234-1234-123412341234}" type="slidenum">
              <a:rPr lang="ar-AE"/>
              <a:t>‹#›</a:t>
            </a:fld>
            <a:endParaRPr b="0" i="0" sz="1100" u="none" cap="none" strike="noStrike">
              <a:solidFill>
                <a:srgbClr val="001E2E"/>
              </a:solidFill>
              <a:latin typeface="Open Sans Light"/>
              <a:ea typeface="Open Sans Light"/>
              <a:cs typeface="Open Sans Light"/>
              <a:sym typeface="Open Sans Light"/>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table">
  <p:cSld name="Content + table">
    <p:spTree>
      <p:nvGrpSpPr>
        <p:cNvPr id="43" name="Shape 43"/>
        <p:cNvGrpSpPr/>
        <p:nvPr/>
      </p:nvGrpSpPr>
      <p:grpSpPr>
        <a:xfrm>
          <a:off x="0" y="0"/>
          <a:ext cx="0" cy="0"/>
          <a:chOff x="0" y="0"/>
          <a:chExt cx="0" cy="0"/>
        </a:xfrm>
      </p:grpSpPr>
      <p:sp>
        <p:nvSpPr>
          <p:cNvPr id="44" name="Google Shape;44;p28"/>
          <p:cNvSpPr txBox="1"/>
          <p:nvPr>
            <p:ph type="title"/>
          </p:nvPr>
        </p:nvSpPr>
        <p:spPr>
          <a:xfrm>
            <a:off x="838203" y="365129"/>
            <a:ext cx="10330406" cy="1325559"/>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001E2E"/>
              </a:buClr>
              <a:buSzPts val="3600"/>
              <a:buFont typeface="Play"/>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28"/>
          <p:cNvSpPr txBox="1"/>
          <p:nvPr>
            <p:ph idx="1" type="body"/>
          </p:nvPr>
        </p:nvSpPr>
        <p:spPr>
          <a:xfrm>
            <a:off x="838203" y="2137062"/>
            <a:ext cx="2816352" cy="3986244"/>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rgbClr val="001E2E"/>
              </a:buClr>
              <a:buSzPts val="1440"/>
              <a:buNone/>
              <a:defRPr sz="1800"/>
            </a:lvl1pPr>
            <a:lvl2pPr indent="-309880" lvl="1" marL="914400" algn="l">
              <a:lnSpc>
                <a:spcPct val="100000"/>
              </a:lnSpc>
              <a:spcBef>
                <a:spcPts val="1000"/>
              </a:spcBef>
              <a:spcAft>
                <a:spcPts val="0"/>
              </a:spcAft>
              <a:buClr>
                <a:srgbClr val="001E2E"/>
              </a:buClr>
              <a:buSzPts val="1280"/>
              <a:buChar char="•"/>
              <a:defRPr sz="1600"/>
            </a:lvl2pPr>
            <a:lvl3pPr indent="-299719" lvl="2" marL="1371600" algn="l">
              <a:lnSpc>
                <a:spcPct val="100000"/>
              </a:lnSpc>
              <a:spcBef>
                <a:spcPts val="1000"/>
              </a:spcBef>
              <a:spcAft>
                <a:spcPts val="0"/>
              </a:spcAft>
              <a:buClr>
                <a:srgbClr val="001E2E"/>
              </a:buClr>
              <a:buSzPts val="1120"/>
              <a:buChar char="•"/>
              <a:defRPr sz="1400"/>
            </a:lvl3pPr>
            <a:lvl4pPr indent="-289560" lvl="3" marL="1828800" algn="l">
              <a:lnSpc>
                <a:spcPct val="100000"/>
              </a:lnSpc>
              <a:spcBef>
                <a:spcPts val="1000"/>
              </a:spcBef>
              <a:spcAft>
                <a:spcPts val="0"/>
              </a:spcAft>
              <a:buClr>
                <a:srgbClr val="001E2E"/>
              </a:buClr>
              <a:buSzPts val="960"/>
              <a:buChar char="•"/>
              <a:defRPr sz="1200"/>
            </a:lvl4pPr>
            <a:lvl5pPr indent="-289560" lvl="4" marL="2286000" algn="l">
              <a:lnSpc>
                <a:spcPct val="100000"/>
              </a:lnSpc>
              <a:spcBef>
                <a:spcPts val="1000"/>
              </a:spcBef>
              <a:spcAft>
                <a:spcPts val="0"/>
              </a:spcAft>
              <a:buClr>
                <a:srgbClr val="001E2E"/>
              </a:buClr>
              <a:buSzPts val="96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8"/>
          <p:cNvSpPr txBox="1"/>
          <p:nvPr>
            <p:ph idx="10" type="dt"/>
          </p:nvPr>
        </p:nvSpPr>
        <p:spPr>
          <a:xfrm>
            <a:off x="7337099" y="6398879"/>
            <a:ext cx="4193904" cy="365129"/>
          </a:xfrm>
          <a:prstGeom prst="rect">
            <a:avLst/>
          </a:prstGeom>
          <a:noFill/>
          <a:ln>
            <a:noFill/>
          </a:ln>
        </p:spPr>
        <p:txBody>
          <a:bodyPr anchorCtr="0" anchor="ctr" bIns="45700" lIns="91425" spcFirstLastPara="1" rIns="91425" wrap="square" tIns="45700">
            <a:normAutofit/>
          </a:bodyPr>
          <a:lstStyle>
            <a:lvl1pPr lvl="0" algn="r">
              <a:lnSpc>
                <a:spcPct val="100000"/>
              </a:lnSpc>
              <a:spcBef>
                <a:spcPts val="0"/>
              </a:spcBef>
              <a:spcAft>
                <a:spcPts val="0"/>
              </a:spcAft>
              <a:buClr>
                <a:srgbClr val="001E2E"/>
              </a:buClr>
              <a:buSzPts val="1100"/>
              <a:buFont typeface="Open Sans Light"/>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8"/>
          <p:cNvSpPr txBox="1"/>
          <p:nvPr>
            <p:ph idx="11" type="ftr"/>
          </p:nvPr>
        </p:nvSpPr>
        <p:spPr>
          <a:xfrm>
            <a:off x="154433" y="6398879"/>
            <a:ext cx="4497311" cy="365129"/>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001E2E"/>
              </a:buClr>
              <a:buSzPts val="1200"/>
              <a:buFont typeface="Play"/>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8"/>
          <p:cNvSpPr txBox="1"/>
          <p:nvPr>
            <p:ph idx="12" type="sldNum"/>
          </p:nvPr>
        </p:nvSpPr>
        <p:spPr>
          <a:xfrm>
            <a:off x="11602474" y="6398879"/>
            <a:ext cx="470888" cy="365129"/>
          </a:xfrm>
          <a:prstGeom prst="rect">
            <a:avLst/>
          </a:prstGeom>
          <a:noFill/>
          <a:ln>
            <a:noFill/>
          </a:ln>
        </p:spPr>
        <p:txBody>
          <a:bodyPr anchorCtr="0" anchor="ctr" bIns="45700" lIns="91425" spcFirstLastPara="1" rIns="91425" wrap="square" tIns="45700">
            <a:normAutofit/>
          </a:bodyPr>
          <a:lstStyle>
            <a:lvl1pPr indent="0" lvl="0" marL="0" marR="0" algn="r">
              <a:lnSpc>
                <a:spcPct val="100000"/>
              </a:lnSpc>
              <a:spcBef>
                <a:spcPts val="0"/>
              </a:spcBef>
              <a:spcAft>
                <a:spcPts val="0"/>
              </a:spcAft>
              <a:buClr>
                <a:srgbClr val="001E2E"/>
              </a:buClr>
              <a:buSzPts val="1100"/>
              <a:buFont typeface="Open Sans Light"/>
              <a:buNone/>
              <a:defRPr/>
            </a:lvl1pPr>
            <a:lvl2pPr indent="0" lvl="1" marL="0" marR="0" algn="r">
              <a:lnSpc>
                <a:spcPct val="100000"/>
              </a:lnSpc>
              <a:spcBef>
                <a:spcPts val="0"/>
              </a:spcBef>
              <a:spcAft>
                <a:spcPts val="0"/>
              </a:spcAft>
              <a:buClr>
                <a:srgbClr val="001E2E"/>
              </a:buClr>
              <a:buSzPts val="1100"/>
              <a:buFont typeface="Open Sans Light"/>
              <a:buNone/>
              <a:defRPr/>
            </a:lvl2pPr>
            <a:lvl3pPr indent="0" lvl="2" marL="0" marR="0" algn="r">
              <a:lnSpc>
                <a:spcPct val="100000"/>
              </a:lnSpc>
              <a:spcBef>
                <a:spcPts val="0"/>
              </a:spcBef>
              <a:spcAft>
                <a:spcPts val="0"/>
              </a:spcAft>
              <a:buClr>
                <a:srgbClr val="001E2E"/>
              </a:buClr>
              <a:buSzPts val="1100"/>
              <a:buFont typeface="Open Sans Light"/>
              <a:buNone/>
              <a:defRPr/>
            </a:lvl3pPr>
            <a:lvl4pPr indent="0" lvl="3" marL="0" marR="0" algn="r">
              <a:lnSpc>
                <a:spcPct val="100000"/>
              </a:lnSpc>
              <a:spcBef>
                <a:spcPts val="0"/>
              </a:spcBef>
              <a:spcAft>
                <a:spcPts val="0"/>
              </a:spcAft>
              <a:buClr>
                <a:srgbClr val="001E2E"/>
              </a:buClr>
              <a:buSzPts val="1100"/>
              <a:buFont typeface="Open Sans Light"/>
              <a:buNone/>
              <a:defRPr/>
            </a:lvl4pPr>
            <a:lvl5pPr indent="0" lvl="4" marL="0" marR="0" algn="r">
              <a:lnSpc>
                <a:spcPct val="100000"/>
              </a:lnSpc>
              <a:spcBef>
                <a:spcPts val="0"/>
              </a:spcBef>
              <a:spcAft>
                <a:spcPts val="0"/>
              </a:spcAft>
              <a:buClr>
                <a:srgbClr val="001E2E"/>
              </a:buClr>
              <a:buSzPts val="1100"/>
              <a:buFont typeface="Open Sans Light"/>
              <a:buNone/>
              <a:defRPr/>
            </a:lvl5pPr>
            <a:lvl6pPr indent="0" lvl="5" marL="0" marR="0" algn="r">
              <a:lnSpc>
                <a:spcPct val="100000"/>
              </a:lnSpc>
              <a:spcBef>
                <a:spcPts val="0"/>
              </a:spcBef>
              <a:spcAft>
                <a:spcPts val="0"/>
              </a:spcAft>
              <a:buClr>
                <a:srgbClr val="001E2E"/>
              </a:buClr>
              <a:buSzPts val="1100"/>
              <a:buFont typeface="Open Sans Light"/>
              <a:buNone/>
              <a:defRPr/>
            </a:lvl6pPr>
            <a:lvl7pPr indent="0" lvl="6" marL="0" marR="0" algn="r">
              <a:lnSpc>
                <a:spcPct val="100000"/>
              </a:lnSpc>
              <a:spcBef>
                <a:spcPts val="0"/>
              </a:spcBef>
              <a:spcAft>
                <a:spcPts val="0"/>
              </a:spcAft>
              <a:buClr>
                <a:srgbClr val="001E2E"/>
              </a:buClr>
              <a:buSzPts val="1100"/>
              <a:buFont typeface="Open Sans Light"/>
              <a:buNone/>
              <a:defRPr/>
            </a:lvl7pPr>
            <a:lvl8pPr indent="0" lvl="7" marL="0" marR="0" algn="r">
              <a:lnSpc>
                <a:spcPct val="100000"/>
              </a:lnSpc>
              <a:spcBef>
                <a:spcPts val="0"/>
              </a:spcBef>
              <a:spcAft>
                <a:spcPts val="0"/>
              </a:spcAft>
              <a:buClr>
                <a:srgbClr val="001E2E"/>
              </a:buClr>
              <a:buSzPts val="1100"/>
              <a:buFont typeface="Open Sans Light"/>
              <a:buNone/>
              <a:defRPr/>
            </a:lvl8pPr>
            <a:lvl9pPr indent="0" lvl="8" marL="0" marR="0" algn="r">
              <a:lnSpc>
                <a:spcPct val="100000"/>
              </a:lnSpc>
              <a:spcBef>
                <a:spcPts val="0"/>
              </a:spcBef>
              <a:spcAft>
                <a:spcPts val="0"/>
              </a:spcAft>
              <a:buClr>
                <a:srgbClr val="001E2E"/>
              </a:buClr>
              <a:buSzPts val="1100"/>
              <a:buFont typeface="Open Sans Light"/>
              <a:buNone/>
              <a:defRPr/>
            </a:lvl9pPr>
          </a:lstStyle>
          <a:p>
            <a:pPr indent="0" lvl="0" marL="0" rtl="0" algn="r">
              <a:spcBef>
                <a:spcPts val="0"/>
              </a:spcBef>
              <a:spcAft>
                <a:spcPts val="0"/>
              </a:spcAft>
              <a:buNone/>
            </a:pPr>
            <a:fld id="{00000000-1234-1234-1234-123412341234}" type="slidenum">
              <a:rPr lang="ar-AE"/>
              <a:t>‹#›</a:t>
            </a:fld>
            <a:endParaRPr b="0" i="0" sz="1100" u="none" cap="none" strike="noStrike">
              <a:solidFill>
                <a:srgbClr val="001E2E"/>
              </a:solidFill>
              <a:latin typeface="Open Sans Light"/>
              <a:ea typeface="Open Sans Light"/>
              <a:cs typeface="Open Sans Light"/>
              <a:sym typeface="Open Sans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3">
  <p:cSld name="Two Content 3">
    <p:spTree>
      <p:nvGrpSpPr>
        <p:cNvPr id="49" name="Shape 49"/>
        <p:cNvGrpSpPr/>
        <p:nvPr/>
      </p:nvGrpSpPr>
      <p:grpSpPr>
        <a:xfrm>
          <a:off x="0" y="0"/>
          <a:ext cx="0" cy="0"/>
          <a:chOff x="0" y="0"/>
          <a:chExt cx="0" cy="0"/>
        </a:xfrm>
      </p:grpSpPr>
      <p:sp>
        <p:nvSpPr>
          <p:cNvPr id="50" name="Google Shape;50;p29"/>
          <p:cNvSpPr txBox="1"/>
          <p:nvPr>
            <p:ph type="title"/>
          </p:nvPr>
        </p:nvSpPr>
        <p:spPr>
          <a:xfrm>
            <a:off x="1143000" y="533396"/>
            <a:ext cx="9905996" cy="138215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001E2E"/>
              </a:buClr>
              <a:buSzPts val="3600"/>
              <a:buFont typeface="Play"/>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9"/>
          <p:cNvSpPr txBox="1"/>
          <p:nvPr>
            <p:ph idx="1" type="body"/>
          </p:nvPr>
        </p:nvSpPr>
        <p:spPr>
          <a:xfrm>
            <a:off x="838203" y="1987667"/>
            <a:ext cx="6974714" cy="429768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rgbClr val="001E2E"/>
              </a:buClr>
              <a:buSzPts val="1440"/>
              <a:buNone/>
              <a:defRPr sz="1800"/>
            </a:lvl1pPr>
            <a:lvl2pPr indent="-320040" lvl="1" marL="914400" algn="l">
              <a:lnSpc>
                <a:spcPct val="100000"/>
              </a:lnSpc>
              <a:spcBef>
                <a:spcPts val="1000"/>
              </a:spcBef>
              <a:spcAft>
                <a:spcPts val="0"/>
              </a:spcAft>
              <a:buClr>
                <a:srgbClr val="001E2E"/>
              </a:buClr>
              <a:buSzPts val="1440"/>
              <a:buChar char="•"/>
              <a:defRPr sz="1800"/>
            </a:lvl2pPr>
            <a:lvl3pPr indent="-320039" lvl="2" marL="1371600" algn="l">
              <a:lnSpc>
                <a:spcPct val="100000"/>
              </a:lnSpc>
              <a:spcBef>
                <a:spcPts val="1000"/>
              </a:spcBef>
              <a:spcAft>
                <a:spcPts val="0"/>
              </a:spcAft>
              <a:buClr>
                <a:srgbClr val="001E2E"/>
              </a:buClr>
              <a:buSzPts val="1440"/>
              <a:buChar char="•"/>
              <a:defRPr/>
            </a:lvl3pPr>
            <a:lvl4pPr indent="-320039" lvl="3" marL="1828800" algn="l">
              <a:lnSpc>
                <a:spcPct val="100000"/>
              </a:lnSpc>
              <a:spcBef>
                <a:spcPts val="1000"/>
              </a:spcBef>
              <a:spcAft>
                <a:spcPts val="0"/>
              </a:spcAft>
              <a:buClr>
                <a:srgbClr val="001E2E"/>
              </a:buClr>
              <a:buSzPts val="1440"/>
              <a:buChar char="•"/>
              <a:defRPr sz="1800"/>
            </a:lvl4pPr>
            <a:lvl5pPr indent="-320039" lvl="4" marL="2286000" algn="l">
              <a:lnSpc>
                <a:spcPct val="100000"/>
              </a:lnSpc>
              <a:spcBef>
                <a:spcPts val="1000"/>
              </a:spcBef>
              <a:spcAft>
                <a:spcPts val="0"/>
              </a:spcAft>
              <a:buClr>
                <a:srgbClr val="001E2E"/>
              </a:buClr>
              <a:buSzPts val="1440"/>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29"/>
          <p:cNvSpPr txBox="1"/>
          <p:nvPr>
            <p:ph idx="2" type="body"/>
          </p:nvPr>
        </p:nvSpPr>
        <p:spPr>
          <a:xfrm>
            <a:off x="7917085" y="1987667"/>
            <a:ext cx="3436717" cy="429768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rgbClr val="001E2E"/>
              </a:buClr>
              <a:buSzPts val="1440"/>
              <a:buNone/>
              <a:defRPr sz="1800"/>
            </a:lvl1pPr>
            <a:lvl2pPr indent="-309880" lvl="1" marL="914400" algn="l">
              <a:lnSpc>
                <a:spcPct val="100000"/>
              </a:lnSpc>
              <a:spcBef>
                <a:spcPts val="1000"/>
              </a:spcBef>
              <a:spcAft>
                <a:spcPts val="0"/>
              </a:spcAft>
              <a:buClr>
                <a:srgbClr val="001E2E"/>
              </a:buClr>
              <a:buSzPts val="1280"/>
              <a:buChar char="•"/>
              <a:defRPr sz="1600"/>
            </a:lvl2pPr>
            <a:lvl3pPr indent="-299719" lvl="2" marL="1371600" algn="l">
              <a:lnSpc>
                <a:spcPct val="100000"/>
              </a:lnSpc>
              <a:spcBef>
                <a:spcPts val="1000"/>
              </a:spcBef>
              <a:spcAft>
                <a:spcPts val="0"/>
              </a:spcAft>
              <a:buClr>
                <a:srgbClr val="001E2E"/>
              </a:buClr>
              <a:buSzPts val="1120"/>
              <a:buChar char="•"/>
              <a:defRPr sz="1400"/>
            </a:lvl3pPr>
            <a:lvl4pPr indent="-289560" lvl="3" marL="1828800" algn="l">
              <a:lnSpc>
                <a:spcPct val="100000"/>
              </a:lnSpc>
              <a:spcBef>
                <a:spcPts val="1000"/>
              </a:spcBef>
              <a:spcAft>
                <a:spcPts val="0"/>
              </a:spcAft>
              <a:buClr>
                <a:srgbClr val="001E2E"/>
              </a:buClr>
              <a:buSzPts val="960"/>
              <a:buChar char="•"/>
              <a:defRPr sz="1200"/>
            </a:lvl4pPr>
            <a:lvl5pPr indent="-289560" lvl="4" marL="2286000" algn="l">
              <a:lnSpc>
                <a:spcPct val="100000"/>
              </a:lnSpc>
              <a:spcBef>
                <a:spcPts val="1000"/>
              </a:spcBef>
              <a:spcAft>
                <a:spcPts val="0"/>
              </a:spcAft>
              <a:buClr>
                <a:srgbClr val="001E2E"/>
              </a:buClr>
              <a:buSzPts val="96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29"/>
          <p:cNvSpPr txBox="1"/>
          <p:nvPr>
            <p:ph idx="10" type="dt"/>
          </p:nvPr>
        </p:nvSpPr>
        <p:spPr>
          <a:xfrm>
            <a:off x="7337099" y="6398879"/>
            <a:ext cx="4193904" cy="365129"/>
          </a:xfrm>
          <a:prstGeom prst="rect">
            <a:avLst/>
          </a:prstGeom>
          <a:noFill/>
          <a:ln>
            <a:noFill/>
          </a:ln>
        </p:spPr>
        <p:txBody>
          <a:bodyPr anchorCtr="0" anchor="ctr" bIns="45700" lIns="91425" spcFirstLastPara="1" rIns="91425" wrap="square" tIns="45700">
            <a:normAutofit/>
          </a:bodyPr>
          <a:lstStyle>
            <a:lvl1pPr lvl="0" algn="r">
              <a:lnSpc>
                <a:spcPct val="100000"/>
              </a:lnSpc>
              <a:spcBef>
                <a:spcPts val="0"/>
              </a:spcBef>
              <a:spcAft>
                <a:spcPts val="0"/>
              </a:spcAft>
              <a:buClr>
                <a:srgbClr val="001E2E"/>
              </a:buClr>
              <a:buSzPts val="1100"/>
              <a:buFont typeface="Open Sans Light"/>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9"/>
          <p:cNvSpPr txBox="1"/>
          <p:nvPr>
            <p:ph idx="11" type="ftr"/>
          </p:nvPr>
        </p:nvSpPr>
        <p:spPr>
          <a:xfrm>
            <a:off x="154433" y="6398879"/>
            <a:ext cx="4497311" cy="365129"/>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001E2E"/>
              </a:buClr>
              <a:buSzPts val="1200"/>
              <a:buFont typeface="Play"/>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9"/>
          <p:cNvSpPr txBox="1"/>
          <p:nvPr>
            <p:ph idx="12" type="sldNum"/>
          </p:nvPr>
        </p:nvSpPr>
        <p:spPr>
          <a:xfrm>
            <a:off x="11602474" y="6398879"/>
            <a:ext cx="470888" cy="365129"/>
          </a:xfrm>
          <a:prstGeom prst="rect">
            <a:avLst/>
          </a:prstGeom>
          <a:noFill/>
          <a:ln>
            <a:noFill/>
          </a:ln>
        </p:spPr>
        <p:txBody>
          <a:bodyPr anchorCtr="0" anchor="ctr" bIns="45700" lIns="91425" spcFirstLastPara="1" rIns="91425" wrap="square" tIns="45700">
            <a:normAutofit/>
          </a:bodyPr>
          <a:lstStyle>
            <a:lvl1pPr indent="0" lvl="0" marL="0" marR="0" algn="r">
              <a:lnSpc>
                <a:spcPct val="100000"/>
              </a:lnSpc>
              <a:spcBef>
                <a:spcPts val="0"/>
              </a:spcBef>
              <a:spcAft>
                <a:spcPts val="0"/>
              </a:spcAft>
              <a:buClr>
                <a:srgbClr val="001E2E"/>
              </a:buClr>
              <a:buSzPts val="1100"/>
              <a:buFont typeface="Open Sans Light"/>
              <a:buNone/>
              <a:defRPr/>
            </a:lvl1pPr>
            <a:lvl2pPr indent="0" lvl="1" marL="0" marR="0" algn="r">
              <a:lnSpc>
                <a:spcPct val="100000"/>
              </a:lnSpc>
              <a:spcBef>
                <a:spcPts val="0"/>
              </a:spcBef>
              <a:spcAft>
                <a:spcPts val="0"/>
              </a:spcAft>
              <a:buClr>
                <a:srgbClr val="001E2E"/>
              </a:buClr>
              <a:buSzPts val="1100"/>
              <a:buFont typeface="Open Sans Light"/>
              <a:buNone/>
              <a:defRPr/>
            </a:lvl2pPr>
            <a:lvl3pPr indent="0" lvl="2" marL="0" marR="0" algn="r">
              <a:lnSpc>
                <a:spcPct val="100000"/>
              </a:lnSpc>
              <a:spcBef>
                <a:spcPts val="0"/>
              </a:spcBef>
              <a:spcAft>
                <a:spcPts val="0"/>
              </a:spcAft>
              <a:buClr>
                <a:srgbClr val="001E2E"/>
              </a:buClr>
              <a:buSzPts val="1100"/>
              <a:buFont typeface="Open Sans Light"/>
              <a:buNone/>
              <a:defRPr/>
            </a:lvl3pPr>
            <a:lvl4pPr indent="0" lvl="3" marL="0" marR="0" algn="r">
              <a:lnSpc>
                <a:spcPct val="100000"/>
              </a:lnSpc>
              <a:spcBef>
                <a:spcPts val="0"/>
              </a:spcBef>
              <a:spcAft>
                <a:spcPts val="0"/>
              </a:spcAft>
              <a:buClr>
                <a:srgbClr val="001E2E"/>
              </a:buClr>
              <a:buSzPts val="1100"/>
              <a:buFont typeface="Open Sans Light"/>
              <a:buNone/>
              <a:defRPr/>
            </a:lvl4pPr>
            <a:lvl5pPr indent="0" lvl="4" marL="0" marR="0" algn="r">
              <a:lnSpc>
                <a:spcPct val="100000"/>
              </a:lnSpc>
              <a:spcBef>
                <a:spcPts val="0"/>
              </a:spcBef>
              <a:spcAft>
                <a:spcPts val="0"/>
              </a:spcAft>
              <a:buClr>
                <a:srgbClr val="001E2E"/>
              </a:buClr>
              <a:buSzPts val="1100"/>
              <a:buFont typeface="Open Sans Light"/>
              <a:buNone/>
              <a:defRPr/>
            </a:lvl5pPr>
            <a:lvl6pPr indent="0" lvl="5" marL="0" marR="0" algn="r">
              <a:lnSpc>
                <a:spcPct val="100000"/>
              </a:lnSpc>
              <a:spcBef>
                <a:spcPts val="0"/>
              </a:spcBef>
              <a:spcAft>
                <a:spcPts val="0"/>
              </a:spcAft>
              <a:buClr>
                <a:srgbClr val="001E2E"/>
              </a:buClr>
              <a:buSzPts val="1100"/>
              <a:buFont typeface="Open Sans Light"/>
              <a:buNone/>
              <a:defRPr/>
            </a:lvl6pPr>
            <a:lvl7pPr indent="0" lvl="6" marL="0" marR="0" algn="r">
              <a:lnSpc>
                <a:spcPct val="100000"/>
              </a:lnSpc>
              <a:spcBef>
                <a:spcPts val="0"/>
              </a:spcBef>
              <a:spcAft>
                <a:spcPts val="0"/>
              </a:spcAft>
              <a:buClr>
                <a:srgbClr val="001E2E"/>
              </a:buClr>
              <a:buSzPts val="1100"/>
              <a:buFont typeface="Open Sans Light"/>
              <a:buNone/>
              <a:defRPr/>
            </a:lvl7pPr>
            <a:lvl8pPr indent="0" lvl="7" marL="0" marR="0" algn="r">
              <a:lnSpc>
                <a:spcPct val="100000"/>
              </a:lnSpc>
              <a:spcBef>
                <a:spcPts val="0"/>
              </a:spcBef>
              <a:spcAft>
                <a:spcPts val="0"/>
              </a:spcAft>
              <a:buClr>
                <a:srgbClr val="001E2E"/>
              </a:buClr>
              <a:buSzPts val="1100"/>
              <a:buFont typeface="Open Sans Light"/>
              <a:buNone/>
              <a:defRPr/>
            </a:lvl8pPr>
            <a:lvl9pPr indent="0" lvl="8" marL="0" marR="0" algn="r">
              <a:lnSpc>
                <a:spcPct val="100000"/>
              </a:lnSpc>
              <a:spcBef>
                <a:spcPts val="0"/>
              </a:spcBef>
              <a:spcAft>
                <a:spcPts val="0"/>
              </a:spcAft>
              <a:buClr>
                <a:srgbClr val="001E2E"/>
              </a:buClr>
              <a:buSzPts val="1100"/>
              <a:buFont typeface="Open Sans Light"/>
              <a:buNone/>
              <a:defRPr/>
            </a:lvl9pPr>
          </a:lstStyle>
          <a:p>
            <a:pPr indent="0" lvl="0" marL="0" rtl="0" algn="r">
              <a:spcBef>
                <a:spcPts val="0"/>
              </a:spcBef>
              <a:spcAft>
                <a:spcPts val="0"/>
              </a:spcAft>
              <a:buNone/>
            </a:pPr>
            <a:fld id="{00000000-1234-1234-1234-123412341234}" type="slidenum">
              <a:rPr lang="ar-AE"/>
              <a:t>‹#›</a:t>
            </a:fld>
            <a:endParaRPr b="0" i="0" sz="1100" u="none" cap="none" strike="noStrike">
              <a:solidFill>
                <a:srgbClr val="001E2E"/>
              </a:solidFill>
              <a:latin typeface="Open Sans Light"/>
              <a:ea typeface="Open Sans Light"/>
              <a:cs typeface="Open Sans Light"/>
              <a:sym typeface="Open Sans Light"/>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3">
  <p:cSld name="Content 3">
    <p:spTree>
      <p:nvGrpSpPr>
        <p:cNvPr id="56" name="Shape 56"/>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7" name="Shape 57"/>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8" name="Shape 58"/>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9" name="Shape 59"/>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0" name="Shape 60"/>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1" name="Shape 61"/>
        <p:cNvGrpSpPr/>
        <p:nvPr/>
      </p:nvGrpSpPr>
      <p:grpSpPr>
        <a:xfrm>
          <a:off x="0" y="0"/>
          <a:ext cx="0" cy="0"/>
          <a:chOff x="0" y="0"/>
          <a:chExt cx="0" cy="0"/>
        </a:xfrm>
      </p:grpSpPr>
      <p:sp>
        <p:nvSpPr>
          <p:cNvPr id="62" name="Google Shape;62;p35"/>
          <p:cNvSpPr txBox="1"/>
          <p:nvPr>
            <p:ph idx="12" type="sldNum"/>
          </p:nvPr>
        </p:nvSpPr>
        <p:spPr>
          <a:xfrm>
            <a:off x="11602474" y="6398879"/>
            <a:ext cx="470888" cy="365129"/>
          </a:xfrm>
          <a:prstGeom prst="rect">
            <a:avLst/>
          </a:prstGeom>
          <a:noFill/>
          <a:ln>
            <a:noFill/>
          </a:ln>
        </p:spPr>
        <p:txBody>
          <a:bodyPr anchorCtr="0" anchor="ctr" bIns="45700" lIns="91425" spcFirstLastPara="1" rIns="91425" wrap="square" tIns="45700">
            <a:normAutofit/>
          </a:bodyPr>
          <a:lstStyle>
            <a:lvl1pPr indent="0" lvl="0" marL="0" marR="0" algn="r">
              <a:lnSpc>
                <a:spcPct val="100000"/>
              </a:lnSpc>
              <a:spcBef>
                <a:spcPts val="0"/>
              </a:spcBef>
              <a:spcAft>
                <a:spcPts val="0"/>
              </a:spcAft>
              <a:buClr>
                <a:srgbClr val="001E2E"/>
              </a:buClr>
              <a:buSzPts val="1100"/>
              <a:buFont typeface="Open Sans Light"/>
              <a:buNone/>
              <a:defRPr/>
            </a:lvl1pPr>
            <a:lvl2pPr indent="0" lvl="1" marL="0" marR="0" algn="r">
              <a:lnSpc>
                <a:spcPct val="100000"/>
              </a:lnSpc>
              <a:spcBef>
                <a:spcPts val="0"/>
              </a:spcBef>
              <a:spcAft>
                <a:spcPts val="0"/>
              </a:spcAft>
              <a:buClr>
                <a:srgbClr val="001E2E"/>
              </a:buClr>
              <a:buSzPts val="1100"/>
              <a:buFont typeface="Open Sans Light"/>
              <a:buNone/>
              <a:defRPr/>
            </a:lvl2pPr>
            <a:lvl3pPr indent="0" lvl="2" marL="0" marR="0" algn="r">
              <a:lnSpc>
                <a:spcPct val="100000"/>
              </a:lnSpc>
              <a:spcBef>
                <a:spcPts val="0"/>
              </a:spcBef>
              <a:spcAft>
                <a:spcPts val="0"/>
              </a:spcAft>
              <a:buClr>
                <a:srgbClr val="001E2E"/>
              </a:buClr>
              <a:buSzPts val="1100"/>
              <a:buFont typeface="Open Sans Light"/>
              <a:buNone/>
              <a:defRPr/>
            </a:lvl3pPr>
            <a:lvl4pPr indent="0" lvl="3" marL="0" marR="0" algn="r">
              <a:lnSpc>
                <a:spcPct val="100000"/>
              </a:lnSpc>
              <a:spcBef>
                <a:spcPts val="0"/>
              </a:spcBef>
              <a:spcAft>
                <a:spcPts val="0"/>
              </a:spcAft>
              <a:buClr>
                <a:srgbClr val="001E2E"/>
              </a:buClr>
              <a:buSzPts val="1100"/>
              <a:buFont typeface="Open Sans Light"/>
              <a:buNone/>
              <a:defRPr/>
            </a:lvl4pPr>
            <a:lvl5pPr indent="0" lvl="4" marL="0" marR="0" algn="r">
              <a:lnSpc>
                <a:spcPct val="100000"/>
              </a:lnSpc>
              <a:spcBef>
                <a:spcPts val="0"/>
              </a:spcBef>
              <a:spcAft>
                <a:spcPts val="0"/>
              </a:spcAft>
              <a:buClr>
                <a:srgbClr val="001E2E"/>
              </a:buClr>
              <a:buSzPts val="1100"/>
              <a:buFont typeface="Open Sans Light"/>
              <a:buNone/>
              <a:defRPr/>
            </a:lvl5pPr>
            <a:lvl6pPr indent="0" lvl="5" marL="0" marR="0" algn="r">
              <a:lnSpc>
                <a:spcPct val="100000"/>
              </a:lnSpc>
              <a:spcBef>
                <a:spcPts val="0"/>
              </a:spcBef>
              <a:spcAft>
                <a:spcPts val="0"/>
              </a:spcAft>
              <a:buClr>
                <a:srgbClr val="001E2E"/>
              </a:buClr>
              <a:buSzPts val="1100"/>
              <a:buFont typeface="Open Sans Light"/>
              <a:buNone/>
              <a:defRPr/>
            </a:lvl6pPr>
            <a:lvl7pPr indent="0" lvl="6" marL="0" marR="0" algn="r">
              <a:lnSpc>
                <a:spcPct val="100000"/>
              </a:lnSpc>
              <a:spcBef>
                <a:spcPts val="0"/>
              </a:spcBef>
              <a:spcAft>
                <a:spcPts val="0"/>
              </a:spcAft>
              <a:buClr>
                <a:srgbClr val="001E2E"/>
              </a:buClr>
              <a:buSzPts val="1100"/>
              <a:buFont typeface="Open Sans Light"/>
              <a:buNone/>
              <a:defRPr/>
            </a:lvl7pPr>
            <a:lvl8pPr indent="0" lvl="7" marL="0" marR="0" algn="r">
              <a:lnSpc>
                <a:spcPct val="100000"/>
              </a:lnSpc>
              <a:spcBef>
                <a:spcPts val="0"/>
              </a:spcBef>
              <a:spcAft>
                <a:spcPts val="0"/>
              </a:spcAft>
              <a:buClr>
                <a:srgbClr val="001E2E"/>
              </a:buClr>
              <a:buSzPts val="1100"/>
              <a:buFont typeface="Open Sans Light"/>
              <a:buNone/>
              <a:defRPr/>
            </a:lvl8pPr>
            <a:lvl9pPr indent="0" lvl="8" marL="0" marR="0" algn="r">
              <a:lnSpc>
                <a:spcPct val="100000"/>
              </a:lnSpc>
              <a:spcBef>
                <a:spcPts val="0"/>
              </a:spcBef>
              <a:spcAft>
                <a:spcPts val="0"/>
              </a:spcAft>
              <a:buClr>
                <a:srgbClr val="001E2E"/>
              </a:buClr>
              <a:buSzPts val="1100"/>
              <a:buFont typeface="Open Sans Light"/>
              <a:buNone/>
              <a:defRPr/>
            </a:lvl9pPr>
          </a:lstStyle>
          <a:p>
            <a:pPr indent="0" lvl="0" marL="0" rtl="0" algn="r">
              <a:spcBef>
                <a:spcPts val="0"/>
              </a:spcBef>
              <a:spcAft>
                <a:spcPts val="0"/>
              </a:spcAft>
              <a:buNone/>
            </a:pPr>
            <a:fld id="{00000000-1234-1234-1234-123412341234}" type="slidenum">
              <a:rPr lang="ar-AE"/>
              <a:t>‹#›</a:t>
            </a:fld>
            <a:endParaRPr b="0" i="0" sz="1100" u="none" cap="none" strike="noStrike">
              <a:solidFill>
                <a:srgbClr val="001E2E"/>
              </a:solidFill>
              <a:latin typeface="Open Sans Light"/>
              <a:ea typeface="Open Sans Light"/>
              <a:cs typeface="Open Sans Light"/>
              <a:sym typeface="Open Sans Light"/>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3" name="Shape 63"/>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7" name="Shape 67"/>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8" name="Shape 68"/>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spTree>
      <p:nvGrpSpPr>
        <p:cNvPr id="69" name="Shape 69"/>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p:cSld name="Title + subtitle">
    <p:spTree>
      <p:nvGrpSpPr>
        <p:cNvPr id="70" name="Shape 70"/>
        <p:cNvGrpSpPr/>
        <p:nvPr/>
      </p:nvGrpSpPr>
      <p:grpSpPr>
        <a:xfrm>
          <a:off x="0" y="0"/>
          <a:ext cx="0" cy="0"/>
          <a:chOff x="0" y="0"/>
          <a:chExt cx="0" cy="0"/>
        </a:xfrm>
      </p:grpSpPr>
      <p:cxnSp>
        <p:nvCxnSpPr>
          <p:cNvPr id="71" name="Google Shape;71;p43"/>
          <p:cNvCxnSpPr/>
          <p:nvPr/>
        </p:nvCxnSpPr>
        <p:spPr>
          <a:xfrm rot="10800000">
            <a:off x="6529392" y="-4764"/>
            <a:ext cx="5662604" cy="931974"/>
          </a:xfrm>
          <a:prstGeom prst="straightConnector1">
            <a:avLst/>
          </a:prstGeom>
          <a:noFill/>
          <a:ln cap="flat" cmpd="sng" w="12700">
            <a:solidFill>
              <a:srgbClr val="A57931">
                <a:alpha val="69803"/>
              </a:srgbClr>
            </a:solidFill>
            <a:prstDash val="solid"/>
            <a:miter lim="8000"/>
            <a:headEnd len="sm" w="sm" type="none"/>
            <a:tailEnd len="sm" w="sm" type="none"/>
          </a:ln>
        </p:spPr>
      </p:cxnSp>
      <p:sp>
        <p:nvSpPr>
          <p:cNvPr id="72" name="Google Shape;72;p43"/>
          <p:cNvSpPr txBox="1"/>
          <p:nvPr>
            <p:ph type="title"/>
          </p:nvPr>
        </p:nvSpPr>
        <p:spPr>
          <a:xfrm>
            <a:off x="1524003" y="685800"/>
            <a:ext cx="9144000" cy="3136739"/>
          </a:xfrm>
          <a:prstGeom prst="rect">
            <a:avLst/>
          </a:prstGeom>
          <a:noFill/>
          <a:ln>
            <a:noFill/>
          </a:ln>
        </p:spPr>
        <p:txBody>
          <a:bodyPr anchorCtr="1" anchor="b" bIns="45700" lIns="91425" spcFirstLastPara="1" rIns="91425" wrap="square" tIns="45700">
            <a:noAutofit/>
          </a:bodyPr>
          <a:lstStyle>
            <a:lvl1pPr lvl="0" algn="ctr">
              <a:lnSpc>
                <a:spcPct val="90000"/>
              </a:lnSpc>
              <a:spcBef>
                <a:spcPts val="0"/>
              </a:spcBef>
              <a:spcAft>
                <a:spcPts val="0"/>
              </a:spcAft>
              <a:buClr>
                <a:srgbClr val="93767A"/>
              </a:buClr>
              <a:buSzPts val="4400"/>
              <a:buFont typeface="Play"/>
              <a:buNone/>
              <a:defRPr>
                <a:solidFill>
                  <a:srgbClr val="93767A"/>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43"/>
          <p:cNvSpPr txBox="1"/>
          <p:nvPr>
            <p:ph idx="1" type="subTitle"/>
          </p:nvPr>
        </p:nvSpPr>
        <p:spPr>
          <a:xfrm>
            <a:off x="1524003" y="3978801"/>
            <a:ext cx="9144000" cy="1965960"/>
          </a:xfrm>
          <a:prstGeom prst="rect">
            <a:avLst/>
          </a:prstGeom>
          <a:noFill/>
          <a:ln>
            <a:noFill/>
          </a:ln>
        </p:spPr>
        <p:txBody>
          <a:bodyPr anchorCtr="1" anchor="t" bIns="45700" lIns="91425" spcFirstLastPara="1" rIns="91425" wrap="square" tIns="45700">
            <a:noAutofit/>
          </a:bodyPr>
          <a:lstStyle>
            <a:lvl1pPr lvl="0" algn="ctr">
              <a:lnSpc>
                <a:spcPct val="100000"/>
              </a:lnSpc>
              <a:spcBef>
                <a:spcPts val="1000"/>
              </a:spcBef>
              <a:spcAft>
                <a:spcPts val="0"/>
              </a:spcAft>
              <a:buClr>
                <a:srgbClr val="BA9CA0"/>
              </a:buClr>
              <a:buSzPts val="1440"/>
              <a:buNone/>
              <a:defRPr b="1" sz="1800" cap="none">
                <a:solidFill>
                  <a:srgbClr val="BA9CA0"/>
                </a:solidFill>
              </a:defRPr>
            </a:lvl1pPr>
            <a:lvl2pPr lvl="1" algn="l">
              <a:lnSpc>
                <a:spcPct val="100000"/>
              </a:lnSpc>
              <a:spcBef>
                <a:spcPts val="500"/>
              </a:spcBef>
              <a:spcAft>
                <a:spcPts val="0"/>
              </a:spcAft>
              <a:buClr>
                <a:srgbClr val="001E2E"/>
              </a:buClr>
              <a:buSzPts val="1440"/>
              <a:buChar char="•"/>
              <a:defRPr/>
            </a:lvl2pPr>
            <a:lvl3pPr lvl="2" algn="l">
              <a:lnSpc>
                <a:spcPct val="100000"/>
              </a:lnSpc>
              <a:spcBef>
                <a:spcPts val="500"/>
              </a:spcBef>
              <a:spcAft>
                <a:spcPts val="0"/>
              </a:spcAft>
              <a:buClr>
                <a:srgbClr val="001E2E"/>
              </a:buClr>
              <a:buSzPts val="1440"/>
              <a:buChar char="•"/>
              <a:defRPr/>
            </a:lvl3pPr>
            <a:lvl4pPr lvl="3" algn="l">
              <a:lnSpc>
                <a:spcPct val="100000"/>
              </a:lnSpc>
              <a:spcBef>
                <a:spcPts val="500"/>
              </a:spcBef>
              <a:spcAft>
                <a:spcPts val="0"/>
              </a:spcAft>
              <a:buClr>
                <a:srgbClr val="001E2E"/>
              </a:buClr>
              <a:buSzPts val="1440"/>
              <a:buChar char="•"/>
              <a:defRPr/>
            </a:lvl4pPr>
            <a:lvl5pPr lvl="4" algn="l">
              <a:lnSpc>
                <a:spcPct val="100000"/>
              </a:lnSpc>
              <a:spcBef>
                <a:spcPts val="500"/>
              </a:spcBef>
              <a:spcAft>
                <a:spcPts val="0"/>
              </a:spcAft>
              <a:buClr>
                <a:srgbClr val="001E2E"/>
              </a:buClr>
              <a:buSzPts val="144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cxnSp>
        <p:nvCxnSpPr>
          <p:cNvPr id="10" name="Google Shape;10;p21"/>
          <p:cNvCxnSpPr/>
          <p:nvPr/>
        </p:nvCxnSpPr>
        <p:spPr>
          <a:xfrm flipH="1">
            <a:off x="0" y="0"/>
            <a:ext cx="3119722" cy="685800"/>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11" name="Google Shape;11;p21"/>
          <p:cNvCxnSpPr/>
          <p:nvPr/>
        </p:nvCxnSpPr>
        <p:spPr>
          <a:xfrm flipH="1">
            <a:off x="0" y="0"/>
            <a:ext cx="903765" cy="6543675"/>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12" name="Google Shape;12;p21"/>
          <p:cNvCxnSpPr/>
          <p:nvPr/>
        </p:nvCxnSpPr>
        <p:spPr>
          <a:xfrm rot="10800000">
            <a:off x="-42867" y="5791196"/>
            <a:ext cx="6286509" cy="1066804"/>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13" name="Google Shape;13;p21"/>
          <p:cNvCxnSpPr/>
          <p:nvPr/>
        </p:nvCxnSpPr>
        <p:spPr>
          <a:xfrm flipH="1">
            <a:off x="8462964" y="5848346"/>
            <a:ext cx="3729032" cy="1009654"/>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14" name="Google Shape;14;p21"/>
          <p:cNvCxnSpPr/>
          <p:nvPr/>
        </p:nvCxnSpPr>
        <p:spPr>
          <a:xfrm flipH="1">
            <a:off x="11543157" y="1647821"/>
            <a:ext cx="648839" cy="5210179"/>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15" name="Google Shape;15;p21"/>
          <p:cNvCxnSpPr/>
          <p:nvPr/>
        </p:nvCxnSpPr>
        <p:spPr>
          <a:xfrm rot="10800000">
            <a:off x="10781553" y="0"/>
            <a:ext cx="1410443" cy="4258342"/>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16" name="Google Shape;16;p21"/>
          <p:cNvCxnSpPr/>
          <p:nvPr/>
        </p:nvCxnSpPr>
        <p:spPr>
          <a:xfrm rot="10800000">
            <a:off x="6529392" y="-4764"/>
            <a:ext cx="5662604" cy="931974"/>
          </a:xfrm>
          <a:prstGeom prst="straightConnector1">
            <a:avLst/>
          </a:prstGeom>
          <a:noFill/>
          <a:ln cap="flat" cmpd="sng" w="12700">
            <a:solidFill>
              <a:srgbClr val="BA9CA0">
                <a:alpha val="69803"/>
              </a:srgbClr>
            </a:solidFill>
            <a:prstDash val="solid"/>
            <a:miter lim="8000"/>
            <a:headEnd len="sm" w="sm" type="none"/>
            <a:tailEnd len="sm" w="sm" type="none"/>
          </a:ln>
        </p:spPr>
      </p:cxnSp>
      <p:sp>
        <p:nvSpPr>
          <p:cNvPr id="17" name="Google Shape;17;p21"/>
          <p:cNvSpPr txBox="1"/>
          <p:nvPr>
            <p:ph type="title"/>
          </p:nvPr>
        </p:nvSpPr>
        <p:spPr>
          <a:xfrm>
            <a:off x="1143000" y="533396"/>
            <a:ext cx="9905996" cy="138215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1E2E"/>
              </a:buClr>
              <a:buSzPts val="4400"/>
              <a:buFont typeface="Play"/>
              <a:buNone/>
              <a:defRPr b="0" i="1" sz="4400" u="none" cap="none" strike="noStrike">
                <a:solidFill>
                  <a:srgbClr val="001E2E"/>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8" name="Google Shape;18;p21"/>
          <p:cNvSpPr txBox="1"/>
          <p:nvPr>
            <p:ph idx="1" type="body"/>
          </p:nvPr>
        </p:nvSpPr>
        <p:spPr>
          <a:xfrm>
            <a:off x="1143000" y="2009549"/>
            <a:ext cx="9905996" cy="4024420"/>
          </a:xfrm>
          <a:prstGeom prst="rect">
            <a:avLst/>
          </a:prstGeom>
          <a:noFill/>
          <a:ln>
            <a:noFill/>
          </a:ln>
        </p:spPr>
        <p:txBody>
          <a:bodyPr anchorCtr="0" anchor="t" bIns="45700" lIns="91425" spcFirstLastPara="1" rIns="91425" wrap="square" tIns="45700">
            <a:normAutofit/>
          </a:bodyPr>
          <a:lstStyle>
            <a:lvl1pPr indent="-350520" lvl="0" marL="457200" marR="0" rtl="0" algn="l">
              <a:lnSpc>
                <a:spcPct val="100000"/>
              </a:lnSpc>
              <a:spcBef>
                <a:spcPts val="1000"/>
              </a:spcBef>
              <a:spcAft>
                <a:spcPts val="0"/>
              </a:spcAft>
              <a:buClr>
                <a:srgbClr val="001E2E"/>
              </a:buClr>
              <a:buSzPts val="1920"/>
              <a:buFont typeface="Arial"/>
              <a:buChar char="•"/>
              <a:defRPr b="0" i="0" sz="2400" u="none" cap="none" strike="noStrike">
                <a:solidFill>
                  <a:srgbClr val="001E2E"/>
                </a:solidFill>
                <a:latin typeface="Open Sans Light"/>
                <a:ea typeface="Open Sans Light"/>
                <a:cs typeface="Open Sans Light"/>
                <a:sym typeface="Open Sans Light"/>
              </a:defRPr>
            </a:lvl1pPr>
            <a:lvl2pPr indent="-330200" lvl="1" marL="914400" marR="0" rtl="0" algn="l">
              <a:lnSpc>
                <a:spcPct val="100000"/>
              </a:lnSpc>
              <a:spcBef>
                <a:spcPts val="500"/>
              </a:spcBef>
              <a:spcAft>
                <a:spcPts val="0"/>
              </a:spcAft>
              <a:buClr>
                <a:srgbClr val="001E2E"/>
              </a:buClr>
              <a:buSzPts val="1600"/>
              <a:buFont typeface="Arial"/>
              <a:buChar char="•"/>
              <a:defRPr b="0" i="0" sz="2000" u="none" cap="none" strike="noStrike">
                <a:solidFill>
                  <a:srgbClr val="001E2E"/>
                </a:solidFill>
                <a:latin typeface="Open Sans Light"/>
                <a:ea typeface="Open Sans Light"/>
                <a:cs typeface="Open Sans Light"/>
                <a:sym typeface="Open Sans Light"/>
              </a:defRPr>
            </a:lvl2pPr>
            <a:lvl3pPr indent="-320039" lvl="2" marL="1371600" marR="0" rtl="0" algn="l">
              <a:lnSpc>
                <a:spcPct val="100000"/>
              </a:lnSpc>
              <a:spcBef>
                <a:spcPts val="500"/>
              </a:spcBef>
              <a:spcAft>
                <a:spcPts val="0"/>
              </a:spcAft>
              <a:buClr>
                <a:srgbClr val="001E2E"/>
              </a:buClr>
              <a:buSzPts val="1440"/>
              <a:buFont typeface="Arial"/>
              <a:buChar char="•"/>
              <a:defRPr b="0" i="0" sz="1800" u="none" cap="none" strike="noStrike">
                <a:solidFill>
                  <a:srgbClr val="001E2E"/>
                </a:solidFill>
                <a:latin typeface="Open Sans Light"/>
                <a:ea typeface="Open Sans Light"/>
                <a:cs typeface="Open Sans Light"/>
                <a:sym typeface="Open Sans Light"/>
              </a:defRPr>
            </a:lvl3pPr>
            <a:lvl4pPr indent="-309880" lvl="3" marL="1828800" marR="0" rtl="0" algn="l">
              <a:lnSpc>
                <a:spcPct val="100000"/>
              </a:lnSpc>
              <a:spcBef>
                <a:spcPts val="500"/>
              </a:spcBef>
              <a:spcAft>
                <a:spcPts val="0"/>
              </a:spcAft>
              <a:buClr>
                <a:srgbClr val="001E2E"/>
              </a:buClr>
              <a:buSzPts val="1280"/>
              <a:buFont typeface="Arial"/>
              <a:buChar char="•"/>
              <a:defRPr b="0" i="0" sz="1600" u="none" cap="none" strike="noStrike">
                <a:solidFill>
                  <a:srgbClr val="001E2E"/>
                </a:solidFill>
                <a:latin typeface="Open Sans Light"/>
                <a:ea typeface="Open Sans Light"/>
                <a:cs typeface="Open Sans Light"/>
                <a:sym typeface="Open Sans Light"/>
              </a:defRPr>
            </a:lvl4pPr>
            <a:lvl5pPr indent="-309879" lvl="4" marL="2286000" marR="0" rtl="0" algn="l">
              <a:lnSpc>
                <a:spcPct val="100000"/>
              </a:lnSpc>
              <a:spcBef>
                <a:spcPts val="500"/>
              </a:spcBef>
              <a:spcAft>
                <a:spcPts val="0"/>
              </a:spcAft>
              <a:buClr>
                <a:srgbClr val="001E2E"/>
              </a:buClr>
              <a:buSzPts val="1280"/>
              <a:buFont typeface="Arial"/>
              <a:buChar char="•"/>
              <a:defRPr b="0" i="0" sz="1600" u="none" cap="none" strike="noStrike">
                <a:solidFill>
                  <a:srgbClr val="001E2E"/>
                </a:solidFill>
                <a:latin typeface="Open Sans Light"/>
                <a:ea typeface="Open Sans Light"/>
                <a:cs typeface="Open Sans Light"/>
                <a:sym typeface="Open Sans Light"/>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9" name="Google Shape;19;p21"/>
          <p:cNvSpPr txBox="1"/>
          <p:nvPr>
            <p:ph idx="10" type="dt"/>
          </p:nvPr>
        </p:nvSpPr>
        <p:spPr>
          <a:xfrm>
            <a:off x="7337099" y="6398879"/>
            <a:ext cx="4193904" cy="365129"/>
          </a:xfrm>
          <a:prstGeom prst="rect">
            <a:avLst/>
          </a:prstGeom>
          <a:noFill/>
          <a:ln>
            <a:noFill/>
          </a:ln>
        </p:spPr>
        <p:txBody>
          <a:bodyPr anchorCtr="0" anchor="ctr" bIns="45700" lIns="91425" spcFirstLastPara="1" rIns="91425" wrap="square" tIns="45700">
            <a:normAutofit/>
          </a:bodyPr>
          <a:lstStyle>
            <a:lvl1pPr lvl="0" marR="0" rtl="0" algn="r">
              <a:lnSpc>
                <a:spcPct val="100000"/>
              </a:lnSpc>
              <a:spcBef>
                <a:spcPts val="0"/>
              </a:spcBef>
              <a:spcAft>
                <a:spcPts val="0"/>
              </a:spcAft>
              <a:buClr>
                <a:srgbClr val="001E2E"/>
              </a:buClr>
              <a:buSzPts val="1100"/>
              <a:buFont typeface="Open Sans Light"/>
              <a:buNone/>
              <a:defRPr b="0" i="0" sz="1100" u="none" cap="none" strike="noStrike">
                <a:solidFill>
                  <a:srgbClr val="001E2E"/>
                </a:solidFill>
                <a:latin typeface="Open Sans Light"/>
                <a:ea typeface="Open Sans Light"/>
                <a:cs typeface="Open Sans Light"/>
                <a:sym typeface="Open Sans Light"/>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0" name="Google Shape;20;p21"/>
          <p:cNvSpPr txBox="1"/>
          <p:nvPr>
            <p:ph idx="11" type="ftr"/>
          </p:nvPr>
        </p:nvSpPr>
        <p:spPr>
          <a:xfrm>
            <a:off x="154433" y="6398879"/>
            <a:ext cx="4497311" cy="365129"/>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1E2E"/>
              </a:buClr>
              <a:buSzPts val="1200"/>
              <a:buFont typeface="Play"/>
              <a:buNone/>
              <a:defRPr b="1" i="0" sz="1200" u="none" cap="none" strike="noStrike">
                <a:solidFill>
                  <a:srgbClr val="001E2E"/>
                </a:solidFill>
                <a:latin typeface="Play"/>
                <a:ea typeface="Play"/>
                <a:cs typeface="Play"/>
                <a:sym typeface="Play"/>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1" name="Google Shape;21;p21"/>
          <p:cNvSpPr txBox="1"/>
          <p:nvPr>
            <p:ph idx="12" type="sldNum"/>
          </p:nvPr>
        </p:nvSpPr>
        <p:spPr>
          <a:xfrm>
            <a:off x="11602474" y="6398879"/>
            <a:ext cx="470888" cy="365129"/>
          </a:xfrm>
          <a:prstGeom prst="rect">
            <a:avLst/>
          </a:prstGeom>
          <a:noFill/>
          <a:ln>
            <a:noFill/>
          </a:ln>
        </p:spPr>
        <p:txBody>
          <a:bodyPr anchorCtr="0" anchor="ctr" bIns="45700" lIns="91425" spcFirstLastPara="1" rIns="91425" wrap="square" tIns="45700">
            <a:normAutofit/>
          </a:bodyPr>
          <a:lstStyle>
            <a:lvl1pPr indent="0" lvl="0" marL="0" marR="0" rtl="0" algn="r">
              <a:lnSpc>
                <a:spcPct val="100000"/>
              </a:lnSpc>
              <a:spcBef>
                <a:spcPts val="0"/>
              </a:spcBef>
              <a:spcAft>
                <a:spcPts val="0"/>
              </a:spcAft>
              <a:buClr>
                <a:srgbClr val="001E2E"/>
              </a:buClr>
              <a:buSzPts val="1100"/>
              <a:buFont typeface="Open Sans Light"/>
              <a:buNone/>
              <a:defRPr b="0" i="0" sz="1100" u="none" cap="none" strike="noStrike">
                <a:solidFill>
                  <a:srgbClr val="001E2E"/>
                </a:solidFill>
                <a:latin typeface="Open Sans Light"/>
                <a:ea typeface="Open Sans Light"/>
                <a:cs typeface="Open Sans Light"/>
                <a:sym typeface="Open Sans Light"/>
              </a:defRPr>
            </a:lvl1pPr>
            <a:lvl2pPr indent="0" lvl="1" marL="0" marR="0" rtl="0" algn="r">
              <a:lnSpc>
                <a:spcPct val="100000"/>
              </a:lnSpc>
              <a:spcBef>
                <a:spcPts val="0"/>
              </a:spcBef>
              <a:spcAft>
                <a:spcPts val="0"/>
              </a:spcAft>
              <a:buClr>
                <a:srgbClr val="001E2E"/>
              </a:buClr>
              <a:buSzPts val="1100"/>
              <a:buFont typeface="Open Sans Light"/>
              <a:buNone/>
              <a:defRPr b="0" i="0" sz="1100" u="none" cap="none" strike="noStrike">
                <a:solidFill>
                  <a:srgbClr val="001E2E"/>
                </a:solidFill>
                <a:latin typeface="Open Sans Light"/>
                <a:ea typeface="Open Sans Light"/>
                <a:cs typeface="Open Sans Light"/>
                <a:sym typeface="Open Sans Light"/>
              </a:defRPr>
            </a:lvl2pPr>
            <a:lvl3pPr indent="0" lvl="2" marL="0" marR="0" rtl="0" algn="r">
              <a:lnSpc>
                <a:spcPct val="100000"/>
              </a:lnSpc>
              <a:spcBef>
                <a:spcPts val="0"/>
              </a:spcBef>
              <a:spcAft>
                <a:spcPts val="0"/>
              </a:spcAft>
              <a:buClr>
                <a:srgbClr val="001E2E"/>
              </a:buClr>
              <a:buSzPts val="1100"/>
              <a:buFont typeface="Open Sans Light"/>
              <a:buNone/>
              <a:defRPr b="0" i="0" sz="1100" u="none" cap="none" strike="noStrike">
                <a:solidFill>
                  <a:srgbClr val="001E2E"/>
                </a:solidFill>
                <a:latin typeface="Open Sans Light"/>
                <a:ea typeface="Open Sans Light"/>
                <a:cs typeface="Open Sans Light"/>
                <a:sym typeface="Open Sans Light"/>
              </a:defRPr>
            </a:lvl3pPr>
            <a:lvl4pPr indent="0" lvl="3" marL="0" marR="0" rtl="0" algn="r">
              <a:lnSpc>
                <a:spcPct val="100000"/>
              </a:lnSpc>
              <a:spcBef>
                <a:spcPts val="0"/>
              </a:spcBef>
              <a:spcAft>
                <a:spcPts val="0"/>
              </a:spcAft>
              <a:buClr>
                <a:srgbClr val="001E2E"/>
              </a:buClr>
              <a:buSzPts val="1100"/>
              <a:buFont typeface="Open Sans Light"/>
              <a:buNone/>
              <a:defRPr b="0" i="0" sz="1100" u="none" cap="none" strike="noStrike">
                <a:solidFill>
                  <a:srgbClr val="001E2E"/>
                </a:solidFill>
                <a:latin typeface="Open Sans Light"/>
                <a:ea typeface="Open Sans Light"/>
                <a:cs typeface="Open Sans Light"/>
                <a:sym typeface="Open Sans Light"/>
              </a:defRPr>
            </a:lvl4pPr>
            <a:lvl5pPr indent="0" lvl="4" marL="0" marR="0" rtl="0" algn="r">
              <a:lnSpc>
                <a:spcPct val="100000"/>
              </a:lnSpc>
              <a:spcBef>
                <a:spcPts val="0"/>
              </a:spcBef>
              <a:spcAft>
                <a:spcPts val="0"/>
              </a:spcAft>
              <a:buClr>
                <a:srgbClr val="001E2E"/>
              </a:buClr>
              <a:buSzPts val="1100"/>
              <a:buFont typeface="Open Sans Light"/>
              <a:buNone/>
              <a:defRPr b="0" i="0" sz="1100" u="none" cap="none" strike="noStrike">
                <a:solidFill>
                  <a:srgbClr val="001E2E"/>
                </a:solidFill>
                <a:latin typeface="Open Sans Light"/>
                <a:ea typeface="Open Sans Light"/>
                <a:cs typeface="Open Sans Light"/>
                <a:sym typeface="Open Sans Light"/>
              </a:defRPr>
            </a:lvl5pPr>
            <a:lvl6pPr indent="0" lvl="5" marL="0" marR="0" rtl="0" algn="r">
              <a:lnSpc>
                <a:spcPct val="100000"/>
              </a:lnSpc>
              <a:spcBef>
                <a:spcPts val="0"/>
              </a:spcBef>
              <a:spcAft>
                <a:spcPts val="0"/>
              </a:spcAft>
              <a:buClr>
                <a:srgbClr val="001E2E"/>
              </a:buClr>
              <a:buSzPts val="1100"/>
              <a:buFont typeface="Open Sans Light"/>
              <a:buNone/>
              <a:defRPr b="0" i="0" sz="1100" u="none" cap="none" strike="noStrike">
                <a:solidFill>
                  <a:srgbClr val="001E2E"/>
                </a:solidFill>
                <a:latin typeface="Open Sans Light"/>
                <a:ea typeface="Open Sans Light"/>
                <a:cs typeface="Open Sans Light"/>
                <a:sym typeface="Open Sans Light"/>
              </a:defRPr>
            </a:lvl6pPr>
            <a:lvl7pPr indent="0" lvl="6" marL="0" marR="0" rtl="0" algn="r">
              <a:lnSpc>
                <a:spcPct val="100000"/>
              </a:lnSpc>
              <a:spcBef>
                <a:spcPts val="0"/>
              </a:spcBef>
              <a:spcAft>
                <a:spcPts val="0"/>
              </a:spcAft>
              <a:buClr>
                <a:srgbClr val="001E2E"/>
              </a:buClr>
              <a:buSzPts val="1100"/>
              <a:buFont typeface="Open Sans Light"/>
              <a:buNone/>
              <a:defRPr b="0" i="0" sz="1100" u="none" cap="none" strike="noStrike">
                <a:solidFill>
                  <a:srgbClr val="001E2E"/>
                </a:solidFill>
                <a:latin typeface="Open Sans Light"/>
                <a:ea typeface="Open Sans Light"/>
                <a:cs typeface="Open Sans Light"/>
                <a:sym typeface="Open Sans Light"/>
              </a:defRPr>
            </a:lvl7pPr>
            <a:lvl8pPr indent="0" lvl="7" marL="0" marR="0" rtl="0" algn="r">
              <a:lnSpc>
                <a:spcPct val="100000"/>
              </a:lnSpc>
              <a:spcBef>
                <a:spcPts val="0"/>
              </a:spcBef>
              <a:spcAft>
                <a:spcPts val="0"/>
              </a:spcAft>
              <a:buClr>
                <a:srgbClr val="001E2E"/>
              </a:buClr>
              <a:buSzPts val="1100"/>
              <a:buFont typeface="Open Sans Light"/>
              <a:buNone/>
              <a:defRPr b="0" i="0" sz="1100" u="none" cap="none" strike="noStrike">
                <a:solidFill>
                  <a:srgbClr val="001E2E"/>
                </a:solidFill>
                <a:latin typeface="Open Sans Light"/>
                <a:ea typeface="Open Sans Light"/>
                <a:cs typeface="Open Sans Light"/>
                <a:sym typeface="Open Sans Light"/>
              </a:defRPr>
            </a:lvl8pPr>
            <a:lvl9pPr indent="0" lvl="8" marL="0" marR="0" rtl="0" algn="r">
              <a:lnSpc>
                <a:spcPct val="100000"/>
              </a:lnSpc>
              <a:spcBef>
                <a:spcPts val="0"/>
              </a:spcBef>
              <a:spcAft>
                <a:spcPts val="0"/>
              </a:spcAft>
              <a:buClr>
                <a:srgbClr val="001E2E"/>
              </a:buClr>
              <a:buSzPts val="1100"/>
              <a:buFont typeface="Open Sans Light"/>
              <a:buNone/>
              <a:defRPr b="0" i="0" sz="1100" u="none" cap="none" strike="noStrike">
                <a:solidFill>
                  <a:srgbClr val="001E2E"/>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ar-AE"/>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1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pic>
        <p:nvPicPr>
          <p:cNvPr descr="A logo of a cell phone&#10;&#10;AI-generated content may be incorrect." id="79" name="Google Shape;79;p1"/>
          <p:cNvPicPr preferRelativeResize="0"/>
          <p:nvPr>
            <p:ph idx="2" type="pic"/>
          </p:nvPr>
        </p:nvPicPr>
        <p:blipFill rotWithShape="1">
          <a:blip r:embed="rId3">
            <a:alphaModFix/>
          </a:blip>
          <a:srcRect b="12458" l="4487" r="0" t="21803"/>
          <a:stretch/>
        </p:blipFill>
        <p:spPr>
          <a:xfrm>
            <a:off x="2587257" y="1216945"/>
            <a:ext cx="6427965" cy="442409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2"/>
          <p:cNvSpPr txBox="1"/>
          <p:nvPr/>
        </p:nvSpPr>
        <p:spPr>
          <a:xfrm>
            <a:off x="1079092" y="1450832"/>
            <a:ext cx="3495300" cy="28629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000"/>
              <a:buFont typeface="Simplified Arabic"/>
              <a:buNone/>
            </a:pPr>
            <a:r>
              <a:rPr i="0" lang="ar-AE" sz="2000" u="none" cap="none" strike="noStrike">
                <a:solidFill>
                  <a:srgbClr val="000000"/>
                </a:solidFill>
                <a:latin typeface="Simplified Arabic"/>
                <a:ea typeface="Simplified Arabic"/>
                <a:cs typeface="Simplified Arabic"/>
                <a:sym typeface="Simplified Arabic"/>
              </a:rPr>
              <a:t>مساعدة العائلات والشباب والمراهقين والجيل الجديد من التخلص من إدمان الهواتف وإدمان الإباحية من خلال تقديم محتوى توعوي عملي، واستشارات متخصصة، وأدوات فعّالة تساعدهم على مواجهة تحديات الإدمان الرقمي، واعتماد عادات رقمية صحية تحافظ على توازن الحياة الأسرية، وتحمي أبناءنا من مخاطر الإنترنت</a:t>
            </a:r>
            <a:endParaRPr i="0" sz="2000" u="none" cap="none" strike="noStrike">
              <a:solidFill>
                <a:srgbClr val="000000"/>
              </a:solidFill>
              <a:latin typeface="Simplified Arabic"/>
              <a:ea typeface="Simplified Arabic"/>
              <a:cs typeface="Simplified Arabic"/>
              <a:sym typeface="Simplified Arabic"/>
            </a:endParaRPr>
          </a:p>
        </p:txBody>
      </p:sp>
      <p:sp>
        <p:nvSpPr>
          <p:cNvPr id="86" name="Google Shape;86;p2"/>
          <p:cNvSpPr txBox="1"/>
          <p:nvPr/>
        </p:nvSpPr>
        <p:spPr>
          <a:xfrm>
            <a:off x="7386099" y="4590775"/>
            <a:ext cx="4145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Simplified Arabic"/>
              <a:buNone/>
            </a:pPr>
            <a:r>
              <a:rPr i="0" lang="ar-AE" sz="2400" u="none" cap="none" strike="noStrike">
                <a:solidFill>
                  <a:srgbClr val="000000"/>
                </a:solidFill>
                <a:latin typeface="Simplified Arabic"/>
                <a:ea typeface="Simplified Arabic"/>
                <a:cs typeface="Simplified Arabic"/>
                <a:sym typeface="Simplified Arabic"/>
              </a:rPr>
              <a:t>مانطمح للوصول إليه على المدى البعيد</a:t>
            </a:r>
            <a:endParaRPr i="0" sz="2400" u="none" cap="none" strike="noStrike">
              <a:solidFill>
                <a:srgbClr val="000000"/>
              </a:solidFill>
              <a:latin typeface="Simplified Arabic"/>
              <a:ea typeface="Simplified Arabic"/>
              <a:cs typeface="Simplified Arabic"/>
              <a:sym typeface="Simplified Arabic"/>
            </a:endParaRPr>
          </a:p>
        </p:txBody>
      </p:sp>
      <p:sp>
        <p:nvSpPr>
          <p:cNvPr id="87" name="Google Shape;87;p2"/>
          <p:cNvSpPr txBox="1"/>
          <p:nvPr/>
        </p:nvSpPr>
        <p:spPr>
          <a:xfrm>
            <a:off x="7728152" y="1727831"/>
            <a:ext cx="3234818" cy="2308320"/>
          </a:xfrm>
          <a:prstGeom prst="rect">
            <a:avLst/>
          </a:prstGeom>
          <a:noFill/>
          <a:ln>
            <a:noFill/>
          </a:ln>
        </p:spPr>
        <p:txBody>
          <a:bodyPr anchorCtr="1"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Simplified Arabic"/>
              <a:buNone/>
            </a:pPr>
            <a:r>
              <a:rPr b="0" i="0" lang="ar-AE" sz="2400" u="none" cap="none" strike="noStrike">
                <a:solidFill>
                  <a:srgbClr val="000000"/>
                </a:solidFill>
                <a:latin typeface="Simplified Arabic"/>
                <a:ea typeface="Simplified Arabic"/>
                <a:cs typeface="Simplified Arabic"/>
                <a:sym typeface="Simplified Arabic"/>
              </a:rPr>
              <a:t>مجتمع واعٍ رقميًا، تعيش فيه الأسر في بيئة رقمية متوازنة وآمنة، ويتمتع فيه أبناؤنا بالصحة النفسية والاجتماعية في العالمين الافتراضي والواقعي، بروح من التوازن والوعي</a:t>
            </a:r>
            <a:endParaRPr b="0" i="0" sz="2400" u="none" cap="none" strike="noStrike">
              <a:solidFill>
                <a:srgbClr val="000000"/>
              </a:solidFill>
              <a:latin typeface="Simplified Arabic"/>
              <a:ea typeface="Simplified Arabic"/>
              <a:cs typeface="Simplified Arabic"/>
              <a:sym typeface="Simplified Arabic"/>
            </a:endParaRPr>
          </a:p>
        </p:txBody>
      </p:sp>
      <p:sp>
        <p:nvSpPr>
          <p:cNvPr id="88" name="Google Shape;88;p2"/>
          <p:cNvSpPr/>
          <p:nvPr/>
        </p:nvSpPr>
        <p:spPr>
          <a:xfrm>
            <a:off x="7728152" y="1489109"/>
            <a:ext cx="3234818" cy="2824042"/>
          </a:xfrm>
          <a:prstGeom prst="rect">
            <a:avLst/>
          </a:prstGeom>
          <a:noFill/>
          <a:ln cap="flat" cmpd="sng" w="9525">
            <a:solidFill>
              <a:srgbClr val="0E577C"/>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rgbClr val="0E577C"/>
              </a:solidFill>
              <a:latin typeface="Open Sans"/>
              <a:ea typeface="Open Sans"/>
              <a:cs typeface="Open Sans"/>
              <a:sym typeface="Open Sans"/>
            </a:endParaRPr>
          </a:p>
        </p:txBody>
      </p:sp>
      <p:sp>
        <p:nvSpPr>
          <p:cNvPr id="89" name="Google Shape;89;p2"/>
          <p:cNvSpPr txBox="1"/>
          <p:nvPr/>
        </p:nvSpPr>
        <p:spPr>
          <a:xfrm>
            <a:off x="692999" y="4723600"/>
            <a:ext cx="4267500" cy="446400"/>
          </a:xfrm>
          <a:prstGeom prst="rect">
            <a:avLst/>
          </a:prstGeom>
          <a:noFill/>
          <a:ln>
            <a:noFill/>
          </a:ln>
        </p:spPr>
        <p:txBody>
          <a:bodyPr anchorCtr="1"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Open Sans Light"/>
              <a:buNone/>
            </a:pPr>
            <a:r>
              <a:rPr b="1" i="0" lang="ar-AE" sz="2300" u="none" cap="none" strike="noStrike">
                <a:solidFill>
                  <a:srgbClr val="000000"/>
                </a:solidFill>
                <a:latin typeface="Open Sans Light"/>
                <a:ea typeface="Open Sans Light"/>
                <a:cs typeface="Open Sans Light"/>
                <a:sym typeface="Open Sans Light"/>
              </a:rPr>
              <a:t>العمل الأساسي الذي نعمل على تحقيقه</a:t>
            </a:r>
            <a:endParaRPr b="1" i="0" sz="2300" u="none" cap="none" strike="noStrike">
              <a:solidFill>
                <a:srgbClr val="000000"/>
              </a:solidFill>
              <a:latin typeface="Open Sans Light"/>
              <a:ea typeface="Open Sans Light"/>
              <a:cs typeface="Open Sans Light"/>
              <a:sym typeface="Open Sans Light"/>
            </a:endParaRPr>
          </a:p>
        </p:txBody>
      </p:sp>
      <p:sp>
        <p:nvSpPr>
          <p:cNvPr id="90" name="Google Shape;90;p2"/>
          <p:cNvSpPr txBox="1"/>
          <p:nvPr/>
        </p:nvSpPr>
        <p:spPr>
          <a:xfrm>
            <a:off x="1251197" y="850514"/>
            <a:ext cx="3495300" cy="600300"/>
          </a:xfrm>
          <a:prstGeom prst="rect">
            <a:avLst/>
          </a:prstGeom>
          <a:noFill/>
          <a:ln>
            <a:noFill/>
          </a:ln>
        </p:spPr>
        <p:txBody>
          <a:bodyPr anchorCtr="1"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Simplified Arabic"/>
              <a:buNone/>
            </a:pPr>
            <a:r>
              <a:rPr b="1" i="0" lang="ar-AE" sz="3300" u="none" cap="none" strike="noStrike">
                <a:solidFill>
                  <a:schemeClr val="accent1"/>
                </a:solidFill>
                <a:latin typeface="Simplified Arabic"/>
                <a:ea typeface="Simplified Arabic"/>
                <a:cs typeface="Simplified Arabic"/>
                <a:sym typeface="Simplified Arabic"/>
              </a:rPr>
              <a:t>الرسالة</a:t>
            </a:r>
            <a:endParaRPr b="1" i="0" sz="2500" u="none" cap="none" strike="noStrike">
              <a:solidFill>
                <a:schemeClr val="accent1"/>
              </a:solidFill>
              <a:latin typeface="Open Sans"/>
              <a:ea typeface="Open Sans"/>
              <a:cs typeface="Open Sans"/>
              <a:sym typeface="Open Sans"/>
            </a:endParaRPr>
          </a:p>
        </p:txBody>
      </p:sp>
      <p:sp>
        <p:nvSpPr>
          <p:cNvPr id="91" name="Google Shape;91;p2"/>
          <p:cNvSpPr txBox="1"/>
          <p:nvPr/>
        </p:nvSpPr>
        <p:spPr>
          <a:xfrm>
            <a:off x="7728115" y="850518"/>
            <a:ext cx="3234900" cy="600300"/>
          </a:xfrm>
          <a:prstGeom prst="rect">
            <a:avLst/>
          </a:prstGeom>
          <a:noFill/>
          <a:ln>
            <a:noFill/>
          </a:ln>
        </p:spPr>
        <p:txBody>
          <a:bodyPr anchorCtr="1"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Simplified Arabic"/>
              <a:buNone/>
            </a:pPr>
            <a:r>
              <a:rPr b="1" i="0" lang="ar-AE" sz="3300" u="none" cap="none" strike="noStrike">
                <a:solidFill>
                  <a:srgbClr val="0E577C"/>
                </a:solidFill>
                <a:latin typeface="Simplified Arabic"/>
                <a:ea typeface="Simplified Arabic"/>
                <a:cs typeface="Simplified Arabic"/>
                <a:sym typeface="Simplified Arabic"/>
              </a:rPr>
              <a:t>الرؤية</a:t>
            </a:r>
            <a:endParaRPr b="1" i="0" sz="3300" u="none" cap="none" strike="noStrike">
              <a:solidFill>
                <a:srgbClr val="0E577C"/>
              </a:solidFill>
              <a:latin typeface="Open Sans"/>
              <a:ea typeface="Open Sans"/>
              <a:cs typeface="Open Sans"/>
              <a:sym typeface="Open Sans"/>
            </a:endParaRPr>
          </a:p>
        </p:txBody>
      </p:sp>
      <p:sp>
        <p:nvSpPr>
          <p:cNvPr id="92" name="Google Shape;92;p2"/>
          <p:cNvSpPr/>
          <p:nvPr/>
        </p:nvSpPr>
        <p:spPr>
          <a:xfrm>
            <a:off x="1079100" y="1394813"/>
            <a:ext cx="3667500" cy="3012600"/>
          </a:xfrm>
          <a:prstGeom prst="rect">
            <a:avLst/>
          </a:prstGeom>
          <a:noFill/>
          <a:ln cap="flat" cmpd="sng" w="9525">
            <a:solidFill>
              <a:srgbClr val="0E577C"/>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rgbClr val="0E577C"/>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cxnSp>
        <p:nvCxnSpPr>
          <p:cNvPr id="98" name="Google Shape;98;p3"/>
          <p:cNvCxnSpPr/>
          <p:nvPr/>
        </p:nvCxnSpPr>
        <p:spPr>
          <a:xfrm flipH="1">
            <a:off x="0" y="0"/>
            <a:ext cx="3119722" cy="685800"/>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99" name="Google Shape;99;p3"/>
          <p:cNvCxnSpPr/>
          <p:nvPr/>
        </p:nvCxnSpPr>
        <p:spPr>
          <a:xfrm flipH="1">
            <a:off x="0" y="0"/>
            <a:ext cx="903765" cy="6543675"/>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100" name="Google Shape;100;p3"/>
          <p:cNvCxnSpPr/>
          <p:nvPr/>
        </p:nvCxnSpPr>
        <p:spPr>
          <a:xfrm rot="10800000">
            <a:off x="-42867" y="5791196"/>
            <a:ext cx="6286509" cy="1066804"/>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101" name="Google Shape;101;p3"/>
          <p:cNvCxnSpPr/>
          <p:nvPr/>
        </p:nvCxnSpPr>
        <p:spPr>
          <a:xfrm flipH="1">
            <a:off x="8462964" y="5848346"/>
            <a:ext cx="3729032" cy="1009654"/>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102" name="Google Shape;102;p3"/>
          <p:cNvCxnSpPr/>
          <p:nvPr/>
        </p:nvCxnSpPr>
        <p:spPr>
          <a:xfrm flipH="1">
            <a:off x="11543157" y="1647821"/>
            <a:ext cx="648839" cy="5210179"/>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103" name="Google Shape;103;p3"/>
          <p:cNvCxnSpPr/>
          <p:nvPr/>
        </p:nvCxnSpPr>
        <p:spPr>
          <a:xfrm rot="10800000">
            <a:off x="10781553" y="0"/>
            <a:ext cx="1410443" cy="4258342"/>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104" name="Google Shape;104;p3"/>
          <p:cNvCxnSpPr/>
          <p:nvPr/>
        </p:nvCxnSpPr>
        <p:spPr>
          <a:xfrm rot="10800000">
            <a:off x="6529392" y="-4764"/>
            <a:ext cx="5662604" cy="931974"/>
          </a:xfrm>
          <a:prstGeom prst="straightConnector1">
            <a:avLst/>
          </a:prstGeom>
          <a:noFill/>
          <a:ln cap="flat" cmpd="sng" w="12700">
            <a:solidFill>
              <a:srgbClr val="BA9CA0">
                <a:alpha val="69803"/>
              </a:srgbClr>
            </a:solidFill>
            <a:prstDash val="solid"/>
            <a:miter lim="8000"/>
            <a:headEnd len="sm" w="sm" type="none"/>
            <a:tailEnd len="sm" w="sm" type="none"/>
          </a:ln>
        </p:spPr>
      </p:cxnSp>
      <p:sp>
        <p:nvSpPr>
          <p:cNvPr id="105" name="Google Shape;105;p3"/>
          <p:cNvSpPr/>
          <p:nvPr/>
        </p:nvSpPr>
        <p:spPr>
          <a:xfrm>
            <a:off x="0" y="0"/>
            <a:ext cx="12191996" cy="6858000"/>
          </a:xfrm>
          <a:prstGeom prst="rect">
            <a:avLst/>
          </a:prstGeom>
          <a:solidFill>
            <a:srgbClr val="155767"/>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Open Sans Light"/>
              <a:ea typeface="Open Sans Light"/>
              <a:cs typeface="Open Sans Light"/>
              <a:sym typeface="Open Sans Light"/>
            </a:endParaRPr>
          </a:p>
        </p:txBody>
      </p:sp>
      <p:sp>
        <p:nvSpPr>
          <p:cNvPr id="106" name="Google Shape;106;p3"/>
          <p:cNvSpPr/>
          <p:nvPr/>
        </p:nvSpPr>
        <p:spPr>
          <a:xfrm>
            <a:off x="0" y="0"/>
            <a:ext cx="12191996" cy="6858000"/>
          </a:xfrm>
          <a:prstGeom prst="rect">
            <a:avLst/>
          </a:prstGeom>
          <a:solidFill>
            <a:srgbClr val="F0ECEC"/>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Open Sans Light"/>
              <a:ea typeface="Open Sans Light"/>
              <a:cs typeface="Open Sans Light"/>
              <a:sym typeface="Open Sans Light"/>
            </a:endParaRPr>
          </a:p>
        </p:txBody>
      </p:sp>
      <p:pic>
        <p:nvPicPr>
          <p:cNvPr descr="A colorful pie chart with numbers&#10;&#10;AI-generated content may be incorrect." id="107" name="Google Shape;107;p3"/>
          <p:cNvPicPr preferRelativeResize="0"/>
          <p:nvPr>
            <p:ph idx="2" type="pic"/>
          </p:nvPr>
        </p:nvPicPr>
        <p:blipFill rotWithShape="1">
          <a:blip r:embed="rId3">
            <a:alphaModFix/>
          </a:blip>
          <a:srcRect b="0" l="0" r="3466" t="0"/>
          <a:stretch/>
        </p:blipFill>
        <p:spPr>
          <a:xfrm>
            <a:off x="5826099" y="765947"/>
            <a:ext cx="6286500" cy="3554730"/>
          </a:xfrm>
          <a:prstGeom prst="rect">
            <a:avLst/>
          </a:prstGeom>
          <a:noFill/>
          <a:ln>
            <a:noFill/>
          </a:ln>
        </p:spPr>
      </p:pic>
      <p:cxnSp>
        <p:nvCxnSpPr>
          <p:cNvPr id="108" name="Google Shape;108;p3"/>
          <p:cNvCxnSpPr/>
          <p:nvPr/>
        </p:nvCxnSpPr>
        <p:spPr>
          <a:xfrm flipH="1">
            <a:off x="0" y="0"/>
            <a:ext cx="3119722" cy="685800"/>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109" name="Google Shape;109;p3"/>
          <p:cNvCxnSpPr/>
          <p:nvPr/>
        </p:nvCxnSpPr>
        <p:spPr>
          <a:xfrm flipH="1">
            <a:off x="0" y="0"/>
            <a:ext cx="818708" cy="6427381"/>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110" name="Google Shape;110;p3"/>
          <p:cNvCxnSpPr/>
          <p:nvPr/>
        </p:nvCxnSpPr>
        <p:spPr>
          <a:xfrm rot="10800000">
            <a:off x="0" y="2475299"/>
            <a:ext cx="903765" cy="4382701"/>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111" name="Google Shape;111;p3"/>
          <p:cNvCxnSpPr/>
          <p:nvPr/>
        </p:nvCxnSpPr>
        <p:spPr>
          <a:xfrm flipH="1">
            <a:off x="7331147" y="6033979"/>
            <a:ext cx="4860849" cy="824021"/>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112" name="Google Shape;112;p3"/>
          <p:cNvCxnSpPr/>
          <p:nvPr/>
        </p:nvCxnSpPr>
        <p:spPr>
          <a:xfrm flipH="1">
            <a:off x="11602474" y="1392868"/>
            <a:ext cx="589522" cy="5465132"/>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113" name="Google Shape;113;p3"/>
          <p:cNvCxnSpPr/>
          <p:nvPr/>
        </p:nvCxnSpPr>
        <p:spPr>
          <a:xfrm rot="10800000">
            <a:off x="10781553" y="0"/>
            <a:ext cx="1410443" cy="4258342"/>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114" name="Google Shape;114;p3"/>
          <p:cNvCxnSpPr/>
          <p:nvPr/>
        </p:nvCxnSpPr>
        <p:spPr>
          <a:xfrm rot="10800000">
            <a:off x="5640567" y="0"/>
            <a:ext cx="6551429" cy="1004779"/>
          </a:xfrm>
          <a:prstGeom prst="straightConnector1">
            <a:avLst/>
          </a:prstGeom>
          <a:noFill/>
          <a:ln cap="flat" cmpd="sng" w="12700">
            <a:solidFill>
              <a:srgbClr val="BA9CA0">
                <a:alpha val="69803"/>
              </a:srgbClr>
            </a:solidFill>
            <a:prstDash val="solid"/>
            <a:miter lim="8000"/>
            <a:headEnd len="sm" w="sm" type="none"/>
            <a:tailEnd len="sm" w="sm" type="none"/>
          </a:ln>
        </p:spPr>
      </p:cxnSp>
      <p:pic>
        <p:nvPicPr>
          <p:cNvPr descr="A red and blue circle with circles and dots&#10;&#10;AI-generated content may be incorrect." id="115" name="Google Shape;115;p3"/>
          <p:cNvPicPr preferRelativeResize="0"/>
          <p:nvPr/>
        </p:nvPicPr>
        <p:blipFill rotWithShape="1">
          <a:blip r:embed="rId4">
            <a:alphaModFix/>
          </a:blip>
          <a:srcRect b="0" l="0" r="0" t="0"/>
          <a:stretch/>
        </p:blipFill>
        <p:spPr>
          <a:xfrm>
            <a:off x="-132293" y="797110"/>
            <a:ext cx="5882362" cy="3492395"/>
          </a:xfrm>
          <a:prstGeom prst="rect">
            <a:avLst/>
          </a:prstGeom>
          <a:noFill/>
          <a:ln>
            <a:noFill/>
          </a:ln>
        </p:spPr>
      </p:pic>
      <p:sp>
        <p:nvSpPr>
          <p:cNvPr id="116" name="Google Shape;116;p3"/>
          <p:cNvSpPr txBox="1"/>
          <p:nvPr/>
        </p:nvSpPr>
        <p:spPr>
          <a:xfrm>
            <a:off x="2069776" y="119700"/>
            <a:ext cx="7460700" cy="446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Simplified Arabic"/>
              <a:buNone/>
            </a:pPr>
            <a:r>
              <a:rPr b="1" i="0" lang="ar-AE" sz="2300" u="none" cap="none" strike="noStrike">
                <a:solidFill>
                  <a:srgbClr val="0E577C"/>
                </a:solidFill>
                <a:latin typeface="Simplified Arabic"/>
                <a:ea typeface="Simplified Arabic"/>
                <a:cs typeface="Simplified Arabic"/>
                <a:sym typeface="Simplified Arabic"/>
              </a:rPr>
              <a:t>تم عمل استطلاع رأي لمعرفة نسبة استخدام الموبايل والتعرض للإباحية</a:t>
            </a:r>
            <a:endParaRPr b="1" i="0" sz="2300" u="none" cap="none" strike="noStrike">
              <a:solidFill>
                <a:srgbClr val="0E577C"/>
              </a:solidFill>
              <a:latin typeface="Simplified Arabic"/>
              <a:ea typeface="Simplified Arabic"/>
              <a:cs typeface="Simplified Arabic"/>
              <a:sym typeface="Simplified Arabic"/>
            </a:endParaRPr>
          </a:p>
        </p:txBody>
      </p:sp>
      <p:pic>
        <p:nvPicPr>
          <p:cNvPr descr="A blue circle with red and yellow circles&#10;&#10;AI-generated content may be incorrect." id="117" name="Google Shape;117;p3"/>
          <p:cNvPicPr preferRelativeResize="0"/>
          <p:nvPr/>
        </p:nvPicPr>
        <p:blipFill rotWithShape="1">
          <a:blip r:embed="rId5">
            <a:alphaModFix/>
          </a:blip>
          <a:srcRect b="0" l="0" r="0" t="0"/>
          <a:stretch/>
        </p:blipFill>
        <p:spPr>
          <a:xfrm>
            <a:off x="-23143" y="4041428"/>
            <a:ext cx="5882362" cy="3000795"/>
          </a:xfrm>
          <a:prstGeom prst="rect">
            <a:avLst/>
          </a:prstGeom>
          <a:noFill/>
          <a:ln>
            <a:noFill/>
          </a:ln>
        </p:spPr>
      </p:pic>
      <p:pic>
        <p:nvPicPr>
          <p:cNvPr descr="A pie chart with numbers and symbols&#10;&#10;AI-generated content may be incorrect." id="118" name="Google Shape;118;p3"/>
          <p:cNvPicPr preferRelativeResize="0"/>
          <p:nvPr/>
        </p:nvPicPr>
        <p:blipFill rotWithShape="1">
          <a:blip r:embed="rId6">
            <a:alphaModFix/>
          </a:blip>
          <a:srcRect b="0" l="0" r="0" t="0"/>
          <a:stretch/>
        </p:blipFill>
        <p:spPr>
          <a:xfrm>
            <a:off x="5750076" y="4012167"/>
            <a:ext cx="6418795" cy="298173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4"/>
          <p:cNvPicPr preferRelativeResize="0"/>
          <p:nvPr/>
        </p:nvPicPr>
        <p:blipFill rotWithShape="1">
          <a:blip r:embed="rId3">
            <a:alphaModFix/>
          </a:blip>
          <a:srcRect b="0" l="0" r="0" t="0"/>
          <a:stretch/>
        </p:blipFill>
        <p:spPr>
          <a:xfrm>
            <a:off x="6096003" y="0"/>
            <a:ext cx="6096003" cy="3429000"/>
          </a:xfrm>
          <a:prstGeom prst="rect">
            <a:avLst/>
          </a:prstGeom>
          <a:noFill/>
          <a:ln>
            <a:noFill/>
          </a:ln>
        </p:spPr>
      </p:pic>
      <p:pic>
        <p:nvPicPr>
          <p:cNvPr id="125" name="Google Shape;125;p4"/>
          <p:cNvPicPr preferRelativeResize="0"/>
          <p:nvPr/>
        </p:nvPicPr>
        <p:blipFill rotWithShape="1">
          <a:blip r:embed="rId4">
            <a:alphaModFix/>
          </a:blip>
          <a:srcRect b="0" l="0" r="0" t="0"/>
          <a:stretch/>
        </p:blipFill>
        <p:spPr>
          <a:xfrm>
            <a:off x="5763426" y="3329714"/>
            <a:ext cx="6413153" cy="3528285"/>
          </a:xfrm>
          <a:prstGeom prst="rect">
            <a:avLst/>
          </a:prstGeom>
          <a:noFill/>
          <a:ln>
            <a:noFill/>
          </a:ln>
        </p:spPr>
      </p:pic>
      <p:pic>
        <p:nvPicPr>
          <p:cNvPr id="126" name="Google Shape;126;p4"/>
          <p:cNvPicPr preferRelativeResize="0"/>
          <p:nvPr/>
        </p:nvPicPr>
        <p:blipFill rotWithShape="1">
          <a:blip r:embed="rId5">
            <a:alphaModFix/>
          </a:blip>
          <a:srcRect b="0" l="0" r="0" t="0"/>
          <a:stretch/>
        </p:blipFill>
        <p:spPr>
          <a:xfrm>
            <a:off x="0" y="3429000"/>
            <a:ext cx="5763426" cy="3429000"/>
          </a:xfrm>
          <a:prstGeom prst="rect">
            <a:avLst/>
          </a:prstGeom>
          <a:noFill/>
          <a:ln>
            <a:noFill/>
          </a:ln>
        </p:spPr>
      </p:pic>
      <p:pic>
        <p:nvPicPr>
          <p:cNvPr id="127" name="Google Shape;127;p4"/>
          <p:cNvPicPr preferRelativeResize="0"/>
          <p:nvPr/>
        </p:nvPicPr>
        <p:blipFill rotWithShape="1">
          <a:blip r:embed="rId6">
            <a:alphaModFix/>
          </a:blip>
          <a:srcRect b="0" l="0" r="0" t="0"/>
          <a:stretch/>
        </p:blipFill>
        <p:spPr>
          <a:xfrm>
            <a:off x="0" y="0"/>
            <a:ext cx="6080577" cy="352828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5"/>
          <p:cNvSpPr txBox="1"/>
          <p:nvPr/>
        </p:nvSpPr>
        <p:spPr>
          <a:xfrm>
            <a:off x="2757948" y="322239"/>
            <a:ext cx="7228200" cy="10788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None/>
            </a:pPr>
            <a:r>
              <a:rPr b="1" lang="ar-AE" sz="3600">
                <a:solidFill>
                  <a:srgbClr val="000000"/>
                </a:solidFill>
              </a:rPr>
              <a:t>أعلى معدلات إدمان الهواتف الذكية في العالم</a:t>
            </a:r>
            <a:br>
              <a:rPr b="1" lang="ar-AE" sz="3600">
                <a:solidFill>
                  <a:srgbClr val="000000"/>
                </a:solidFill>
              </a:rPr>
            </a:br>
            <a:br>
              <a:rPr lang="ar-AE" sz="3600">
                <a:solidFill>
                  <a:srgbClr val="000000"/>
                </a:solidFill>
              </a:rPr>
            </a:br>
            <a:endParaRPr sz="3600">
              <a:solidFill>
                <a:srgbClr val="000000"/>
              </a:solidFill>
            </a:endParaRPr>
          </a:p>
        </p:txBody>
      </p:sp>
      <p:pic>
        <p:nvPicPr>
          <p:cNvPr descr="A graph of blue rectangular bars&#10;&#10;AI-generated content may be incorrect." id="134" name="Google Shape;134;p5"/>
          <p:cNvPicPr preferRelativeResize="0"/>
          <p:nvPr/>
        </p:nvPicPr>
        <p:blipFill rotWithShape="1">
          <a:blip r:embed="rId3">
            <a:alphaModFix/>
          </a:blip>
          <a:srcRect b="0" l="0" r="0" t="0"/>
          <a:stretch/>
        </p:blipFill>
        <p:spPr>
          <a:xfrm>
            <a:off x="324466" y="1139294"/>
            <a:ext cx="7019170" cy="4817077"/>
          </a:xfrm>
          <a:prstGeom prst="rect">
            <a:avLst/>
          </a:prstGeom>
          <a:noFill/>
          <a:ln>
            <a:noFill/>
          </a:ln>
        </p:spPr>
      </p:pic>
      <p:sp>
        <p:nvSpPr>
          <p:cNvPr id="135" name="Google Shape;135;p5"/>
          <p:cNvSpPr txBox="1"/>
          <p:nvPr/>
        </p:nvSpPr>
        <p:spPr>
          <a:xfrm>
            <a:off x="7462685" y="1583226"/>
            <a:ext cx="4729200" cy="1469700"/>
          </a:xfrm>
          <a:prstGeom prst="rect">
            <a:avLst/>
          </a:prstGeom>
          <a:noFill/>
          <a:ln>
            <a:noFill/>
          </a:ln>
        </p:spPr>
        <p:txBody>
          <a:bodyPr anchorCtr="0" anchor="t" bIns="45700" lIns="91425" spcFirstLastPara="1" rIns="91425" wrap="square" tIns="45700">
            <a:noAutofit/>
          </a:bodyPr>
          <a:lstStyle/>
          <a:p>
            <a:pPr indent="-571500" lvl="0" marL="571500" marR="0" rtl="1" algn="ctr">
              <a:lnSpc>
                <a:spcPct val="90000"/>
              </a:lnSpc>
              <a:spcBef>
                <a:spcPts val="0"/>
              </a:spcBef>
              <a:spcAft>
                <a:spcPts val="0"/>
              </a:spcAft>
              <a:buClr>
                <a:srgbClr val="000000"/>
              </a:buClr>
              <a:buSzPts val="3600"/>
              <a:buFont typeface="Noto Sans Symbols"/>
              <a:buChar char="▪"/>
            </a:pPr>
            <a:r>
              <a:rPr b="0" i="0" lang="ar-AE" sz="3600" u="none" cap="none" strike="noStrike">
                <a:solidFill>
                  <a:srgbClr val="000000"/>
                </a:solidFill>
                <a:latin typeface="Arial"/>
                <a:ea typeface="Arial"/>
                <a:cs typeface="Arial"/>
                <a:sym typeface="Arial"/>
              </a:rPr>
              <a:t>تحتل مصر المرتبة التاسعة عالميًا في إدمان الهواتف الذكية </a:t>
            </a:r>
            <a:endParaRPr b="0" i="0" sz="3600" u="none" cap="none" strike="noStrike">
              <a:solidFill>
                <a:srgbClr val="000000"/>
              </a:solidFill>
              <a:latin typeface="Arial"/>
              <a:ea typeface="Arial"/>
              <a:cs typeface="Arial"/>
              <a:sym typeface="Arial"/>
            </a:endParaRPr>
          </a:p>
        </p:txBody>
      </p:sp>
      <p:sp>
        <p:nvSpPr>
          <p:cNvPr id="136" name="Google Shape;136;p5"/>
          <p:cNvSpPr txBox="1"/>
          <p:nvPr/>
        </p:nvSpPr>
        <p:spPr>
          <a:xfrm>
            <a:off x="7462684" y="3235045"/>
            <a:ext cx="4729200" cy="1469700"/>
          </a:xfrm>
          <a:prstGeom prst="rect">
            <a:avLst/>
          </a:prstGeom>
          <a:noFill/>
          <a:ln>
            <a:noFill/>
          </a:ln>
        </p:spPr>
        <p:txBody>
          <a:bodyPr anchorCtr="0" anchor="t" bIns="45700" lIns="91425" spcFirstLastPara="1" rIns="91425" wrap="square" tIns="45700">
            <a:noAutofit/>
          </a:bodyPr>
          <a:lstStyle/>
          <a:p>
            <a:pPr indent="-571500" lvl="0" marL="571500" marR="0" rtl="1" algn="ctr">
              <a:lnSpc>
                <a:spcPct val="90000"/>
              </a:lnSpc>
              <a:spcBef>
                <a:spcPts val="0"/>
              </a:spcBef>
              <a:spcAft>
                <a:spcPts val="0"/>
              </a:spcAft>
              <a:buClr>
                <a:srgbClr val="000000"/>
              </a:buClr>
              <a:buSzPts val="3600"/>
              <a:buFont typeface="Noto Sans Symbols"/>
              <a:buChar char="▪"/>
            </a:pPr>
            <a:r>
              <a:rPr b="0" i="0" lang="ar-AE" sz="3600" u="none" cap="none" strike="noStrike">
                <a:solidFill>
                  <a:srgbClr val="000000"/>
                </a:solidFill>
                <a:latin typeface="Arial"/>
                <a:ea typeface="Arial"/>
                <a:cs typeface="Arial"/>
                <a:sym typeface="Arial"/>
              </a:rPr>
              <a:t>وجود مصر ضمن المراتب العشر الأولى عالميًا  يمثل ظاهرة تستحق الانتباه والدراسة، خاصة عند الأطفال والشباب.</a:t>
            </a:r>
            <a:endParaRPr b="0" i="0" sz="36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id="142" name="Google Shape;142;p6"/>
          <p:cNvPicPr preferRelativeResize="0"/>
          <p:nvPr/>
        </p:nvPicPr>
        <p:blipFill rotWithShape="1">
          <a:blip r:embed="rId3">
            <a:alphaModFix/>
          </a:blip>
          <a:srcRect b="0" l="0" r="0" t="0"/>
          <a:stretch/>
        </p:blipFill>
        <p:spPr>
          <a:xfrm>
            <a:off x="3315548" y="337354"/>
            <a:ext cx="7058486" cy="3151338"/>
          </a:xfrm>
          <a:prstGeom prst="rect">
            <a:avLst/>
          </a:prstGeom>
          <a:noFill/>
          <a:ln>
            <a:noFill/>
          </a:ln>
        </p:spPr>
      </p:pic>
      <p:sp>
        <p:nvSpPr>
          <p:cNvPr id="143" name="Google Shape;143;p6"/>
          <p:cNvSpPr txBox="1"/>
          <p:nvPr/>
        </p:nvSpPr>
        <p:spPr>
          <a:xfrm>
            <a:off x="1544302" y="3286842"/>
            <a:ext cx="10389300" cy="1424400"/>
          </a:xfrm>
          <a:prstGeom prst="rect">
            <a:avLst/>
          </a:prstGeom>
          <a:noFill/>
          <a:ln>
            <a:noFill/>
          </a:ln>
        </p:spPr>
        <p:txBody>
          <a:bodyPr anchorCtr="0" anchor="ctr" bIns="45700" lIns="91425" spcFirstLastPara="1" rIns="91425" wrap="square" tIns="45700">
            <a:normAutofit/>
          </a:bodyPr>
          <a:lstStyle/>
          <a:p>
            <a:pPr indent="-228600" lvl="0" marL="228600" marR="0" rtl="0" algn="ctr">
              <a:lnSpc>
                <a:spcPct val="90000"/>
              </a:lnSpc>
              <a:spcBef>
                <a:spcPts val="0"/>
              </a:spcBef>
              <a:spcAft>
                <a:spcPts val="0"/>
              </a:spcAft>
              <a:buClr>
                <a:srgbClr val="000000"/>
              </a:buClr>
              <a:buSzPts val="2400"/>
              <a:buFont typeface="Arial"/>
              <a:buNone/>
            </a:pPr>
            <a:r>
              <a:rPr b="0" i="0" lang="ar-AE" sz="2400" u="none" cap="none" strike="noStrike">
                <a:solidFill>
                  <a:srgbClr val="000000"/>
                </a:solidFill>
                <a:latin typeface="Arial"/>
                <a:ea typeface="Arial"/>
                <a:cs typeface="Arial"/>
                <a:sym typeface="Arial"/>
              </a:rPr>
              <a:t>يتضح أن غالبية الأمهات (60.2%) لديهن مستوى معرفة غير كافٍ حول مخاطر سوء استخدام الأطفال للهواتف الذكية، مما يشير إلى الحاجة لبرامج توعية وتثقيفية</a:t>
            </a:r>
            <a:endParaRPr b="0" i="0" sz="2400" u="none" cap="none" strike="noStrike">
              <a:solidFill>
                <a:srgbClr val="225D2C"/>
              </a:solidFill>
              <a:latin typeface="Arial"/>
              <a:ea typeface="Arial"/>
              <a:cs typeface="Arial"/>
              <a:sym typeface="Arial"/>
            </a:endParaRPr>
          </a:p>
        </p:txBody>
      </p:sp>
      <p:sp>
        <p:nvSpPr>
          <p:cNvPr id="144" name="Google Shape;144;p6"/>
          <p:cNvSpPr txBox="1"/>
          <p:nvPr/>
        </p:nvSpPr>
        <p:spPr>
          <a:xfrm>
            <a:off x="558901" y="5338146"/>
            <a:ext cx="11074200" cy="1307400"/>
          </a:xfrm>
          <a:prstGeom prst="rect">
            <a:avLst/>
          </a:prstGeom>
          <a:noFill/>
          <a:ln>
            <a:noFill/>
          </a:ln>
        </p:spPr>
        <p:txBody>
          <a:bodyPr anchorCtr="0" anchor="ctr" bIns="45700" lIns="91425" spcFirstLastPara="1" rIns="91425" wrap="square" tIns="45700">
            <a:noAutofit/>
          </a:bodyPr>
          <a:lstStyle/>
          <a:p>
            <a:pPr indent="0" lvl="0" marL="0" marR="0" rtl="1" algn="r">
              <a:lnSpc>
                <a:spcPct val="90000"/>
              </a:lnSpc>
              <a:spcBef>
                <a:spcPts val="0"/>
              </a:spcBef>
              <a:spcAft>
                <a:spcPts val="0"/>
              </a:spcAft>
              <a:buClr>
                <a:srgbClr val="000000"/>
              </a:buClr>
              <a:buSzPts val="2000"/>
              <a:buFont typeface="Arial"/>
              <a:buNone/>
            </a:pPr>
            <a:r>
              <a:rPr b="1" i="0" lang="ar-AE" sz="2000" u="none" cap="none" strike="noStrike">
                <a:solidFill>
                  <a:srgbClr val="000000"/>
                </a:solidFill>
                <a:latin typeface="Arial"/>
                <a:ea typeface="Arial"/>
                <a:cs typeface="Arial"/>
                <a:sym typeface="Arial"/>
              </a:rPr>
              <a:t>الأسباب وراء </a:t>
            </a:r>
            <a:r>
              <a:rPr b="1" lang="ar-AE" sz="2000"/>
              <a:t>الإدمان</a:t>
            </a:r>
            <a:r>
              <a:rPr b="1" i="0" lang="ar-AE" sz="2000" u="none" cap="none" strike="noStrike">
                <a:solidFill>
                  <a:srgbClr val="000000"/>
                </a:solidFill>
                <a:latin typeface="Arial"/>
                <a:ea typeface="Arial"/>
                <a:cs typeface="Arial"/>
                <a:sym typeface="Arial"/>
              </a:rPr>
              <a:t>:</a:t>
            </a:r>
            <a:endParaRPr/>
          </a:p>
          <a:p>
            <a:pPr indent="0" lvl="0" marL="0" marR="0" rtl="0" algn="r">
              <a:lnSpc>
                <a:spcPct val="90000"/>
              </a:lnSpc>
              <a:spcBef>
                <a:spcPts val="0"/>
              </a:spcBef>
              <a:spcAft>
                <a:spcPts val="0"/>
              </a:spcAft>
              <a:buClr>
                <a:srgbClr val="000000"/>
              </a:buClr>
              <a:buSzPts val="2000"/>
              <a:buFont typeface="Arial"/>
              <a:buNone/>
            </a:pPr>
            <a:r>
              <a:rPr b="0" i="0" lang="ar-AE" sz="2000" u="none" cap="none" strike="noStrike">
                <a:solidFill>
                  <a:srgbClr val="000000"/>
                </a:solidFill>
                <a:latin typeface="Arial"/>
                <a:ea typeface="Arial"/>
                <a:cs typeface="Arial"/>
                <a:sym typeface="Arial"/>
              </a:rPr>
              <a:t>وسائل التواصل الاجتماعي (العامل الأكبر) - تدهور العلاقات الأسرية</a:t>
            </a:r>
            <a:endParaRPr b="0" i="0" sz="1100" u="none" cap="none" strike="noStrike">
              <a:solidFill>
                <a:srgbClr val="000000"/>
              </a:solidFill>
              <a:latin typeface="Arial"/>
              <a:ea typeface="Arial"/>
              <a:cs typeface="Arial"/>
              <a:sym typeface="Arial"/>
            </a:endParaRPr>
          </a:p>
        </p:txBody>
      </p:sp>
      <p:sp>
        <p:nvSpPr>
          <p:cNvPr id="145" name="Google Shape;145;p6"/>
          <p:cNvSpPr txBox="1"/>
          <p:nvPr/>
        </p:nvSpPr>
        <p:spPr>
          <a:xfrm>
            <a:off x="1650140" y="4278617"/>
            <a:ext cx="10389300" cy="1424400"/>
          </a:xfrm>
          <a:prstGeom prst="rect">
            <a:avLst/>
          </a:prstGeom>
          <a:noFill/>
          <a:ln>
            <a:noFill/>
          </a:ln>
        </p:spPr>
        <p:txBody>
          <a:bodyPr anchorCtr="0" anchor="ctr" bIns="45700" lIns="91425" spcFirstLastPara="1" rIns="91425" wrap="square" tIns="45700">
            <a:normAutofit/>
          </a:bodyPr>
          <a:lstStyle/>
          <a:p>
            <a:pPr indent="-228600" lvl="0" marL="228600" marR="0" rtl="1" algn="ctr">
              <a:lnSpc>
                <a:spcPct val="90000"/>
              </a:lnSpc>
              <a:spcBef>
                <a:spcPts val="0"/>
              </a:spcBef>
              <a:spcAft>
                <a:spcPts val="0"/>
              </a:spcAft>
              <a:buClr>
                <a:srgbClr val="000000"/>
              </a:buClr>
              <a:buSzPts val="2400"/>
              <a:buFont typeface="Arial"/>
              <a:buNone/>
            </a:pPr>
            <a:r>
              <a:rPr lang="ar-AE" sz="2400"/>
              <a:t>دراسة تانية قالت ان 40 % من الطلبة مش راضين عن حياتهم</a:t>
            </a:r>
            <a:endParaRPr b="0" i="0" sz="2400" u="none" cap="none" strike="noStrike">
              <a:solidFill>
                <a:srgbClr val="225D2C"/>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38286adf91c_0_8"/>
          <p:cNvSpPr txBox="1"/>
          <p:nvPr/>
        </p:nvSpPr>
        <p:spPr>
          <a:xfrm>
            <a:off x="7362350" y="1435200"/>
            <a:ext cx="4482600" cy="5727000"/>
          </a:xfrm>
          <a:prstGeom prst="rect">
            <a:avLst/>
          </a:prstGeom>
          <a:noFill/>
          <a:ln>
            <a:noFill/>
          </a:ln>
        </p:spPr>
        <p:txBody>
          <a:bodyPr anchorCtr="0" anchor="t" bIns="91425" lIns="91425" spcFirstLastPara="1" rIns="91425" wrap="square" tIns="91425">
            <a:spAutoFit/>
          </a:bodyPr>
          <a:lstStyle/>
          <a:p>
            <a:pPr indent="-228600" lvl="0" marL="457200" rtl="0" algn="ctr">
              <a:lnSpc>
                <a:spcPct val="115000"/>
              </a:lnSpc>
              <a:spcBef>
                <a:spcPts val="2400"/>
              </a:spcBef>
              <a:spcAft>
                <a:spcPts val="0"/>
              </a:spcAft>
              <a:buNone/>
            </a:pPr>
            <a:r>
              <a:t/>
            </a:r>
            <a:endParaRPr b="1" sz="2300">
              <a:solidFill>
                <a:schemeClr val="dk1"/>
              </a:solidFill>
            </a:endParaRPr>
          </a:p>
          <a:p>
            <a:pPr indent="-228600" lvl="0" marL="457200" rtl="0" algn="r">
              <a:lnSpc>
                <a:spcPct val="115000"/>
              </a:lnSpc>
              <a:spcBef>
                <a:spcPts val="1400"/>
              </a:spcBef>
              <a:spcAft>
                <a:spcPts val="0"/>
              </a:spcAft>
              <a:buNone/>
            </a:pPr>
            <a:r>
              <a:rPr b="1" lang="ar-AE" sz="1900">
                <a:solidFill>
                  <a:schemeClr val="dk1"/>
                </a:solidFill>
              </a:rPr>
              <a:t>رفع وعي الأهالي (2500 - 3000 شخص)ـ</a:t>
            </a:r>
            <a:endParaRPr b="1" sz="1900">
              <a:solidFill>
                <a:schemeClr val="dk1"/>
              </a:solidFill>
            </a:endParaRPr>
          </a:p>
          <a:p>
            <a:pPr indent="0" lvl="0" marL="0" rtl="0" algn="r">
              <a:lnSpc>
                <a:spcPct val="115000"/>
              </a:lnSpc>
              <a:spcBef>
                <a:spcPts val="1200"/>
              </a:spcBef>
              <a:spcAft>
                <a:spcPts val="0"/>
              </a:spcAft>
              <a:buNone/>
            </a:pPr>
            <a:r>
              <a:rPr b="1" lang="ar-AE" sz="2000">
                <a:solidFill>
                  <a:schemeClr val="dk1"/>
                </a:solidFill>
              </a:rPr>
              <a:t>Objective:</a:t>
            </a:r>
            <a:r>
              <a:rPr lang="ar-AE" sz="2000">
                <a:solidFill>
                  <a:schemeClr val="dk1"/>
                </a:solidFill>
              </a:rPr>
              <a:t> زيادة وعي الأهالي خلال 6 شهور.</a:t>
            </a:r>
            <a:br>
              <a:rPr lang="ar-AE" sz="2000">
                <a:solidFill>
                  <a:schemeClr val="dk1"/>
                </a:solidFill>
              </a:rPr>
            </a:br>
            <a:r>
              <a:rPr lang="ar-AE" sz="2000">
                <a:solidFill>
                  <a:schemeClr val="dk1"/>
                </a:solidFill>
              </a:rPr>
              <a:t> </a:t>
            </a:r>
            <a:r>
              <a:rPr b="1" lang="ar-AE" sz="2000">
                <a:solidFill>
                  <a:schemeClr val="dk1"/>
                </a:solidFill>
              </a:rPr>
              <a:t>KPIs:</a:t>
            </a:r>
            <a:endParaRPr b="1" sz="2000">
              <a:solidFill>
                <a:schemeClr val="dk1"/>
              </a:solidFill>
            </a:endParaRPr>
          </a:p>
          <a:p>
            <a:pPr indent="-355600" lvl="0" marL="457200" rtl="1" algn="r">
              <a:lnSpc>
                <a:spcPct val="115000"/>
              </a:lnSpc>
              <a:spcBef>
                <a:spcPts val="1200"/>
              </a:spcBef>
              <a:spcAft>
                <a:spcPts val="0"/>
              </a:spcAft>
              <a:buClr>
                <a:schemeClr val="dk1"/>
              </a:buClr>
              <a:buSzPts val="2000"/>
              <a:buChar char="●"/>
            </a:pPr>
            <a:r>
              <a:rPr lang="ar-AE" sz="2000">
                <a:solidFill>
                  <a:schemeClr val="dk1"/>
                </a:solidFill>
              </a:rPr>
              <a:t>≥ 8 فيديو قصير شهريًا.</a:t>
            </a:r>
            <a:br>
              <a:rPr lang="ar-AE" sz="2000">
                <a:solidFill>
                  <a:schemeClr val="dk1"/>
                </a:solidFill>
              </a:rPr>
            </a:br>
            <a:endParaRPr sz="2000">
              <a:solidFill>
                <a:schemeClr val="dk1"/>
              </a:solidFill>
            </a:endParaRPr>
          </a:p>
          <a:p>
            <a:pPr indent="-355600" lvl="0" marL="457200" rtl="1" algn="r">
              <a:lnSpc>
                <a:spcPct val="115000"/>
              </a:lnSpc>
              <a:spcBef>
                <a:spcPts val="0"/>
              </a:spcBef>
              <a:spcAft>
                <a:spcPts val="0"/>
              </a:spcAft>
              <a:buClr>
                <a:schemeClr val="dk1"/>
              </a:buClr>
              <a:buSzPts val="2000"/>
              <a:buChar char="●"/>
            </a:pPr>
            <a:r>
              <a:rPr lang="ar-AE" sz="2000">
                <a:solidFill>
                  <a:schemeClr val="dk1"/>
                </a:solidFill>
              </a:rPr>
              <a:t>≥ 300 مشاهدة لكل فيديو.</a:t>
            </a:r>
            <a:br>
              <a:rPr lang="ar-AE" sz="2000">
                <a:solidFill>
                  <a:schemeClr val="dk1"/>
                </a:solidFill>
              </a:rPr>
            </a:br>
            <a:endParaRPr sz="2000">
              <a:solidFill>
                <a:schemeClr val="dk1"/>
              </a:solidFill>
            </a:endParaRPr>
          </a:p>
          <a:p>
            <a:pPr indent="-355600" lvl="0" marL="457200" rtl="1" algn="r">
              <a:lnSpc>
                <a:spcPct val="115000"/>
              </a:lnSpc>
              <a:spcBef>
                <a:spcPts val="0"/>
              </a:spcBef>
              <a:spcAft>
                <a:spcPts val="0"/>
              </a:spcAft>
              <a:buClr>
                <a:schemeClr val="dk1"/>
              </a:buClr>
              <a:buSzPts val="2000"/>
              <a:buChar char="●"/>
            </a:pPr>
            <a:r>
              <a:rPr lang="ar-AE" sz="2000">
                <a:solidFill>
                  <a:schemeClr val="dk1"/>
                </a:solidFill>
              </a:rPr>
              <a:t>≥ 20% تحسن في الاستبيانات قبل/بعد.</a:t>
            </a:r>
            <a:br>
              <a:rPr lang="ar-AE" sz="2000">
                <a:solidFill>
                  <a:schemeClr val="dk1"/>
                </a:solidFill>
              </a:rPr>
            </a:br>
            <a:endParaRPr sz="2000">
              <a:solidFill>
                <a:schemeClr val="dk1"/>
              </a:solidFill>
            </a:endParaRPr>
          </a:p>
          <a:p>
            <a:pPr indent="-355600" lvl="0" marL="457200" rtl="1" algn="r">
              <a:lnSpc>
                <a:spcPct val="115000"/>
              </a:lnSpc>
              <a:spcBef>
                <a:spcPts val="0"/>
              </a:spcBef>
              <a:spcAft>
                <a:spcPts val="0"/>
              </a:spcAft>
              <a:buClr>
                <a:schemeClr val="dk1"/>
              </a:buClr>
              <a:buSzPts val="2000"/>
              <a:buChar char="●"/>
            </a:pPr>
            <a:r>
              <a:rPr lang="ar-AE" sz="2000">
                <a:solidFill>
                  <a:schemeClr val="dk1"/>
                </a:solidFill>
              </a:rPr>
              <a:t>≥ 500 تفاعل شهري على السوشيال ميديا.</a:t>
            </a:r>
            <a:br>
              <a:rPr lang="ar-AE" sz="2000">
                <a:solidFill>
                  <a:schemeClr val="dk1"/>
                </a:solidFill>
              </a:rPr>
            </a:br>
            <a:endParaRPr sz="2000">
              <a:solidFill>
                <a:schemeClr val="dk1"/>
              </a:solidFill>
            </a:endParaRPr>
          </a:p>
          <a:p>
            <a:pPr indent="0" lvl="0" marL="457200" rtl="1" algn="r">
              <a:lnSpc>
                <a:spcPct val="115000"/>
              </a:lnSpc>
              <a:spcBef>
                <a:spcPts val="1200"/>
              </a:spcBef>
              <a:spcAft>
                <a:spcPts val="0"/>
              </a:spcAft>
              <a:buNone/>
            </a:pPr>
            <a:r>
              <a:t/>
            </a:r>
            <a:endParaRPr>
              <a:solidFill>
                <a:schemeClr val="dk1"/>
              </a:solidFill>
            </a:endParaRPr>
          </a:p>
          <a:p>
            <a:pPr indent="-228600" lvl="0" marL="457200" rtl="0" algn="r">
              <a:lnSpc>
                <a:spcPct val="115000"/>
              </a:lnSpc>
              <a:spcBef>
                <a:spcPts val="1200"/>
              </a:spcBef>
              <a:spcAft>
                <a:spcPts val="1200"/>
              </a:spcAft>
              <a:buNone/>
            </a:pPr>
            <a:r>
              <a:t/>
            </a:r>
            <a:endParaRPr>
              <a:solidFill>
                <a:schemeClr val="dk1"/>
              </a:solidFill>
            </a:endParaRPr>
          </a:p>
        </p:txBody>
      </p:sp>
      <p:sp>
        <p:nvSpPr>
          <p:cNvPr id="152" name="Google Shape;152;g38286adf91c_0_8"/>
          <p:cNvSpPr txBox="1"/>
          <p:nvPr/>
        </p:nvSpPr>
        <p:spPr>
          <a:xfrm>
            <a:off x="625075" y="1435200"/>
            <a:ext cx="3000000" cy="4982700"/>
          </a:xfrm>
          <a:prstGeom prst="rect">
            <a:avLst/>
          </a:prstGeom>
          <a:noFill/>
          <a:ln>
            <a:noFill/>
          </a:ln>
        </p:spPr>
        <p:txBody>
          <a:bodyPr anchorCtr="0" anchor="t" bIns="91425" lIns="91425" spcFirstLastPara="1" rIns="91425" wrap="square" tIns="91425">
            <a:spAutoFit/>
          </a:bodyPr>
          <a:lstStyle/>
          <a:p>
            <a:pPr indent="-228600" lvl="0" marL="457200" rtl="0" algn="r">
              <a:lnSpc>
                <a:spcPct val="115000"/>
              </a:lnSpc>
              <a:spcBef>
                <a:spcPts val="1200"/>
              </a:spcBef>
              <a:spcAft>
                <a:spcPts val="0"/>
              </a:spcAft>
              <a:buNone/>
            </a:pPr>
            <a:r>
              <a:t/>
            </a:r>
            <a:endParaRPr sz="1900">
              <a:solidFill>
                <a:schemeClr val="dk1"/>
              </a:solidFill>
            </a:endParaRPr>
          </a:p>
          <a:p>
            <a:pPr indent="-228600" lvl="0" marL="457200" rtl="0" algn="r">
              <a:lnSpc>
                <a:spcPct val="115000"/>
              </a:lnSpc>
              <a:spcBef>
                <a:spcPts val="1400"/>
              </a:spcBef>
              <a:spcAft>
                <a:spcPts val="0"/>
              </a:spcAft>
              <a:buNone/>
            </a:pPr>
            <a:r>
              <a:rPr b="1" lang="ar-AE" sz="1800">
                <a:solidFill>
                  <a:schemeClr val="dk1"/>
                </a:solidFill>
              </a:rPr>
              <a:t>ندوات </a:t>
            </a:r>
            <a:r>
              <a:rPr b="1" lang="ar-AE" sz="1800">
                <a:solidFill>
                  <a:schemeClr val="dk1"/>
                </a:solidFill>
              </a:rPr>
              <a:t>توعية صغيرة</a:t>
            </a:r>
            <a:endParaRPr b="1" sz="1800">
              <a:solidFill>
                <a:schemeClr val="dk1"/>
              </a:solidFill>
            </a:endParaRPr>
          </a:p>
          <a:p>
            <a:pPr indent="0" lvl="0" marL="0" rtl="0" algn="r">
              <a:lnSpc>
                <a:spcPct val="115000"/>
              </a:lnSpc>
              <a:spcBef>
                <a:spcPts val="1200"/>
              </a:spcBef>
              <a:spcAft>
                <a:spcPts val="0"/>
              </a:spcAft>
              <a:buNone/>
            </a:pPr>
            <a:r>
              <a:rPr b="1" lang="ar-AE" sz="1900">
                <a:solidFill>
                  <a:schemeClr val="dk1"/>
                </a:solidFill>
              </a:rPr>
              <a:t>Objective:</a:t>
            </a:r>
            <a:r>
              <a:rPr lang="ar-AE" sz="1900">
                <a:solidFill>
                  <a:schemeClr val="dk1"/>
                </a:solidFill>
              </a:rPr>
              <a:t> تنفيذ ندوتين خلال 12 شهر.</a:t>
            </a:r>
            <a:br>
              <a:rPr lang="ar-AE" sz="1900">
                <a:solidFill>
                  <a:schemeClr val="dk1"/>
                </a:solidFill>
              </a:rPr>
            </a:br>
            <a:r>
              <a:rPr lang="ar-AE" sz="1900">
                <a:solidFill>
                  <a:schemeClr val="dk1"/>
                </a:solidFill>
              </a:rPr>
              <a:t> </a:t>
            </a:r>
            <a:r>
              <a:rPr b="1" lang="ar-AE" sz="1900">
                <a:solidFill>
                  <a:schemeClr val="dk1"/>
                </a:solidFill>
              </a:rPr>
              <a:t>KPIs:</a:t>
            </a:r>
            <a:endParaRPr b="1" sz="1900">
              <a:solidFill>
                <a:schemeClr val="dk1"/>
              </a:solidFill>
            </a:endParaRPr>
          </a:p>
          <a:p>
            <a:pPr indent="-349250" lvl="0" marL="457200" rtl="1" algn="r">
              <a:lnSpc>
                <a:spcPct val="115000"/>
              </a:lnSpc>
              <a:spcBef>
                <a:spcPts val="1200"/>
              </a:spcBef>
              <a:spcAft>
                <a:spcPts val="0"/>
              </a:spcAft>
              <a:buClr>
                <a:schemeClr val="dk1"/>
              </a:buClr>
              <a:buSzPts val="1900"/>
              <a:buChar char="●"/>
            </a:pPr>
            <a:r>
              <a:rPr lang="ar-AE" sz="1900">
                <a:solidFill>
                  <a:schemeClr val="dk1"/>
                </a:solidFill>
              </a:rPr>
              <a:t>≥ 2 ندوات.</a:t>
            </a:r>
            <a:br>
              <a:rPr lang="ar-AE" sz="1900">
                <a:solidFill>
                  <a:schemeClr val="dk1"/>
                </a:solidFill>
              </a:rPr>
            </a:br>
            <a:endParaRPr sz="1900">
              <a:solidFill>
                <a:schemeClr val="dk1"/>
              </a:solidFill>
            </a:endParaRPr>
          </a:p>
          <a:p>
            <a:pPr indent="-349250" lvl="0" marL="457200" rtl="1" algn="r">
              <a:lnSpc>
                <a:spcPct val="115000"/>
              </a:lnSpc>
              <a:spcBef>
                <a:spcPts val="0"/>
              </a:spcBef>
              <a:spcAft>
                <a:spcPts val="0"/>
              </a:spcAft>
              <a:buClr>
                <a:schemeClr val="dk1"/>
              </a:buClr>
              <a:buSzPts val="1900"/>
              <a:buChar char="●"/>
            </a:pPr>
            <a:r>
              <a:rPr lang="ar-AE" sz="1900">
                <a:solidFill>
                  <a:schemeClr val="dk1"/>
                </a:solidFill>
              </a:rPr>
              <a:t>≥ 30 شخص حضور بكل ندوة.</a:t>
            </a:r>
            <a:br>
              <a:rPr lang="ar-AE" sz="1900">
                <a:solidFill>
                  <a:schemeClr val="dk1"/>
                </a:solidFill>
              </a:rPr>
            </a:br>
            <a:endParaRPr sz="1900">
              <a:solidFill>
                <a:schemeClr val="dk1"/>
              </a:solidFill>
            </a:endParaRPr>
          </a:p>
          <a:p>
            <a:pPr indent="-349250" lvl="0" marL="457200" rtl="1" algn="r">
              <a:lnSpc>
                <a:spcPct val="115000"/>
              </a:lnSpc>
              <a:spcBef>
                <a:spcPts val="0"/>
              </a:spcBef>
              <a:spcAft>
                <a:spcPts val="0"/>
              </a:spcAft>
              <a:buClr>
                <a:schemeClr val="dk1"/>
              </a:buClr>
              <a:buSzPts val="1900"/>
              <a:buChar char="●"/>
            </a:pPr>
            <a:r>
              <a:rPr lang="ar-AE" sz="1900">
                <a:solidFill>
                  <a:schemeClr val="dk1"/>
                </a:solidFill>
              </a:rPr>
              <a:t>≥ 15% تحسن في المعرفة.</a:t>
            </a:r>
            <a:br>
              <a:rPr lang="ar-AE" sz="1900">
                <a:solidFill>
                  <a:schemeClr val="dk1"/>
                </a:solidFill>
              </a:rPr>
            </a:br>
            <a:endParaRPr sz="1900">
              <a:solidFill>
                <a:schemeClr val="dk1"/>
              </a:solidFill>
            </a:endParaRPr>
          </a:p>
          <a:p>
            <a:pPr indent="-349250" lvl="0" marL="457200" rtl="1" algn="r">
              <a:lnSpc>
                <a:spcPct val="115000"/>
              </a:lnSpc>
              <a:spcBef>
                <a:spcPts val="0"/>
              </a:spcBef>
              <a:spcAft>
                <a:spcPts val="0"/>
              </a:spcAft>
              <a:buClr>
                <a:schemeClr val="dk1"/>
              </a:buClr>
              <a:buSzPts val="1900"/>
              <a:buChar char="●"/>
            </a:pPr>
            <a:r>
              <a:rPr lang="ar-AE" sz="1900">
                <a:solidFill>
                  <a:schemeClr val="dk1"/>
                </a:solidFill>
              </a:rPr>
              <a:t>≥ 2 شراكات.</a:t>
            </a:r>
            <a:endParaRPr sz="1900"/>
          </a:p>
        </p:txBody>
      </p:sp>
      <p:sp>
        <p:nvSpPr>
          <p:cNvPr id="153" name="Google Shape;153;g38286adf91c_0_8"/>
          <p:cNvSpPr txBox="1"/>
          <p:nvPr/>
        </p:nvSpPr>
        <p:spPr>
          <a:xfrm>
            <a:off x="4250550" y="2036400"/>
            <a:ext cx="3000000" cy="2785200"/>
          </a:xfrm>
          <a:prstGeom prst="rect">
            <a:avLst/>
          </a:prstGeom>
          <a:noFill/>
          <a:ln>
            <a:noFill/>
          </a:ln>
        </p:spPr>
        <p:txBody>
          <a:bodyPr anchorCtr="0" anchor="t" bIns="91425" lIns="91425" spcFirstLastPara="1" rIns="91425" wrap="square" tIns="91425">
            <a:spAutoFit/>
          </a:bodyPr>
          <a:lstStyle/>
          <a:p>
            <a:pPr indent="-228600" lvl="0" marL="457200" rtl="0" algn="r">
              <a:lnSpc>
                <a:spcPct val="115000"/>
              </a:lnSpc>
              <a:spcBef>
                <a:spcPts val="1400"/>
              </a:spcBef>
              <a:spcAft>
                <a:spcPts val="0"/>
              </a:spcAft>
              <a:buNone/>
            </a:pPr>
            <a:r>
              <a:rPr b="1" lang="ar-AE" sz="1800">
                <a:solidFill>
                  <a:schemeClr val="dk1"/>
                </a:solidFill>
              </a:rPr>
              <a:t>م</a:t>
            </a:r>
            <a:r>
              <a:rPr b="1" lang="ar-AE" sz="1800">
                <a:solidFill>
                  <a:schemeClr val="dk1"/>
                </a:solidFill>
              </a:rPr>
              <a:t>جتمع تجريبي </a:t>
            </a:r>
            <a:endParaRPr b="1" sz="1800">
              <a:solidFill>
                <a:schemeClr val="dk1"/>
              </a:solidFill>
            </a:endParaRPr>
          </a:p>
          <a:p>
            <a:pPr indent="0" lvl="0" marL="0" rtl="0" algn="r">
              <a:lnSpc>
                <a:spcPct val="115000"/>
              </a:lnSpc>
              <a:spcBef>
                <a:spcPts val="1200"/>
              </a:spcBef>
              <a:spcAft>
                <a:spcPts val="0"/>
              </a:spcAft>
              <a:buNone/>
            </a:pPr>
            <a:r>
              <a:rPr b="1" lang="ar-AE" sz="1900">
                <a:solidFill>
                  <a:schemeClr val="dk1"/>
                </a:solidFill>
              </a:rPr>
              <a:t>Objective:</a:t>
            </a:r>
            <a:r>
              <a:rPr lang="ar-AE" sz="1900">
                <a:solidFill>
                  <a:schemeClr val="dk1"/>
                </a:solidFill>
              </a:rPr>
              <a:t> إنشاء مجتمع بـ 500 ولي أمر نشط خلال 5 شهور.</a:t>
            </a:r>
            <a:br>
              <a:rPr lang="ar-AE" sz="1900">
                <a:solidFill>
                  <a:schemeClr val="dk1"/>
                </a:solidFill>
              </a:rPr>
            </a:br>
            <a:r>
              <a:rPr lang="ar-AE" sz="1900">
                <a:solidFill>
                  <a:schemeClr val="dk1"/>
                </a:solidFill>
              </a:rPr>
              <a:t> </a:t>
            </a:r>
            <a:r>
              <a:rPr b="1" lang="ar-AE" sz="1900">
                <a:solidFill>
                  <a:schemeClr val="dk1"/>
                </a:solidFill>
              </a:rPr>
              <a:t>KPIs:</a:t>
            </a:r>
            <a:endParaRPr b="1" sz="1900">
              <a:solidFill>
                <a:schemeClr val="dk1"/>
              </a:solidFill>
            </a:endParaRPr>
          </a:p>
          <a:p>
            <a:pPr indent="-349250" lvl="0" marL="457200" rtl="1" algn="r">
              <a:lnSpc>
                <a:spcPct val="115000"/>
              </a:lnSpc>
              <a:spcBef>
                <a:spcPts val="1200"/>
              </a:spcBef>
              <a:spcAft>
                <a:spcPts val="0"/>
              </a:spcAft>
              <a:buClr>
                <a:schemeClr val="dk1"/>
              </a:buClr>
              <a:buSzPts val="1900"/>
              <a:buChar char="●"/>
            </a:pPr>
            <a:r>
              <a:rPr lang="ar-AE" sz="1900">
                <a:solidFill>
                  <a:schemeClr val="dk1"/>
                </a:solidFill>
              </a:rPr>
              <a:t>≥ 500 عضو بعد 3 شهور.</a:t>
            </a:r>
            <a:br>
              <a:rPr lang="ar-AE" sz="1900">
                <a:solidFill>
                  <a:schemeClr val="dk1"/>
                </a:solidFill>
              </a:rPr>
            </a:br>
            <a:endParaRPr sz="1900">
              <a:solidFill>
                <a:schemeClr val="dk1"/>
              </a:solidFill>
            </a:endParaRPr>
          </a:p>
          <a:p>
            <a:pPr indent="-317500" lvl="0" marL="457200" rtl="1" algn="r">
              <a:lnSpc>
                <a:spcPct val="115000"/>
              </a:lnSpc>
              <a:spcBef>
                <a:spcPts val="0"/>
              </a:spcBef>
              <a:spcAft>
                <a:spcPts val="0"/>
              </a:spcAft>
              <a:buClr>
                <a:schemeClr val="dk1"/>
              </a:buClr>
              <a:buSzPts val="1400"/>
              <a:buChar char="●"/>
            </a:pPr>
            <a:r>
              <a:rPr lang="ar-AE" sz="1900">
                <a:solidFill>
                  <a:schemeClr val="dk1"/>
                </a:solidFill>
              </a:rPr>
              <a:t>≥ 200 تفاعل شهري</a:t>
            </a:r>
            <a:endParaRPr/>
          </a:p>
        </p:txBody>
      </p:sp>
      <p:sp>
        <p:nvSpPr>
          <p:cNvPr id="154" name="Google Shape;154;g38286adf91c_0_8"/>
          <p:cNvSpPr txBox="1"/>
          <p:nvPr/>
        </p:nvSpPr>
        <p:spPr>
          <a:xfrm>
            <a:off x="2757948" y="322239"/>
            <a:ext cx="7228200" cy="10788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None/>
            </a:pPr>
            <a:r>
              <a:rPr b="1" lang="ar-AE" sz="3600"/>
              <a:t>Objective &amp; KPIs</a:t>
            </a:r>
            <a:endParaRPr sz="3600">
              <a:solidFill>
                <a:srgbClr val="0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7"/>
          <p:cNvSpPr/>
          <p:nvPr/>
        </p:nvSpPr>
        <p:spPr>
          <a:xfrm>
            <a:off x="0" y="0"/>
            <a:ext cx="12191996" cy="560435"/>
          </a:xfrm>
          <a:prstGeom prst="rect">
            <a:avLst/>
          </a:prstGeom>
          <a:solidFill>
            <a:srgbClr val="FFFFFF"/>
          </a:solidFill>
          <a:ln cap="flat" cmpd="sng" w="12700">
            <a:solidFill>
              <a:srgbClr val="93767A"/>
            </a:solidFill>
            <a:prstDash val="solid"/>
            <a:miter lim="8000"/>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Simplified Arabic"/>
              <a:buNone/>
            </a:pPr>
            <a:r>
              <a:rPr b="1" i="0" lang="ar-AE" sz="2400" u="none" cap="none" strike="noStrike">
                <a:solidFill>
                  <a:srgbClr val="000000"/>
                </a:solidFill>
                <a:latin typeface="Simplified Arabic"/>
                <a:ea typeface="Simplified Arabic"/>
                <a:cs typeface="Simplified Arabic"/>
                <a:sym typeface="Simplified Arabic"/>
              </a:rPr>
              <a:t>SWOT ANALYSIS</a:t>
            </a:r>
            <a:endParaRPr/>
          </a:p>
        </p:txBody>
      </p:sp>
      <p:pic>
        <p:nvPicPr>
          <p:cNvPr id="161" name="Google Shape;161;p7" title="Screenshot 2025-09-24 175222.png"/>
          <p:cNvPicPr preferRelativeResize="0"/>
          <p:nvPr/>
        </p:nvPicPr>
        <p:blipFill>
          <a:blip r:embed="rId3">
            <a:alphaModFix/>
          </a:blip>
          <a:stretch>
            <a:fillRect/>
          </a:stretch>
        </p:blipFill>
        <p:spPr>
          <a:xfrm>
            <a:off x="152400" y="712822"/>
            <a:ext cx="11887200" cy="49300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8"/>
          <p:cNvSpPr/>
          <p:nvPr/>
        </p:nvSpPr>
        <p:spPr>
          <a:xfrm>
            <a:off x="8760546" y="0"/>
            <a:ext cx="3431459" cy="6858000"/>
          </a:xfrm>
          <a:prstGeom prst="rect">
            <a:avLst/>
          </a:prstGeom>
          <a:solidFill>
            <a:srgbClr val="FFFFFF"/>
          </a:solidFill>
          <a:ln cap="flat" cmpd="sng" w="12700">
            <a:solidFill>
              <a:srgbClr val="93767A"/>
            </a:solidFill>
            <a:prstDash val="solid"/>
            <a:miter lim="8000"/>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Open Sans Light"/>
              <a:ea typeface="Open Sans Light"/>
              <a:cs typeface="Open Sans Light"/>
              <a:sym typeface="Open Sans Light"/>
            </a:endParaRPr>
          </a:p>
        </p:txBody>
      </p:sp>
      <p:sp>
        <p:nvSpPr>
          <p:cNvPr id="168" name="Google Shape;168;p8"/>
          <p:cNvSpPr txBox="1"/>
          <p:nvPr/>
        </p:nvSpPr>
        <p:spPr>
          <a:xfrm>
            <a:off x="9163668" y="2967337"/>
            <a:ext cx="2625214" cy="4616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Simplified Arabic"/>
              <a:buNone/>
            </a:pPr>
            <a:r>
              <a:rPr b="1" i="0" lang="ar-AE" sz="2400" u="none" cap="none" strike="noStrike">
                <a:solidFill>
                  <a:srgbClr val="000000"/>
                </a:solidFill>
                <a:latin typeface="Simplified Arabic"/>
                <a:ea typeface="Simplified Arabic"/>
                <a:cs typeface="Simplified Arabic"/>
                <a:sym typeface="Simplified Arabic"/>
              </a:rPr>
              <a:t>SWOT STRATEGY </a:t>
            </a:r>
            <a:endParaRPr/>
          </a:p>
        </p:txBody>
      </p:sp>
      <p:pic>
        <p:nvPicPr>
          <p:cNvPr id="169" name="Google Shape;169;p8" title="Screenshot 2025-09-24 175320.png"/>
          <p:cNvPicPr preferRelativeResize="0"/>
          <p:nvPr/>
        </p:nvPicPr>
        <p:blipFill>
          <a:blip r:embed="rId3">
            <a:alphaModFix/>
          </a:blip>
          <a:stretch>
            <a:fillRect/>
          </a:stretch>
        </p:blipFill>
        <p:spPr>
          <a:xfrm>
            <a:off x="152400" y="152400"/>
            <a:ext cx="8455750" cy="6461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9"/>
          <p:cNvSpPr txBox="1"/>
          <p:nvPr/>
        </p:nvSpPr>
        <p:spPr>
          <a:xfrm>
            <a:off x="988200" y="385950"/>
            <a:ext cx="10215600" cy="6086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ar-AE" sz="3300">
                <a:solidFill>
                  <a:srgbClr val="0E577C"/>
                </a:solidFill>
                <a:latin typeface="Play"/>
                <a:ea typeface="Play"/>
                <a:cs typeface="Play"/>
                <a:sym typeface="Play"/>
              </a:rPr>
              <a:t>7 P’s مُدمن  </a:t>
            </a:r>
            <a:endParaRPr b="1" sz="3300">
              <a:solidFill>
                <a:srgbClr val="0E577C"/>
              </a:solidFill>
              <a:latin typeface="Play"/>
              <a:ea typeface="Play"/>
              <a:cs typeface="Play"/>
              <a:sym typeface="Play"/>
            </a:endParaRPr>
          </a:p>
          <a:p>
            <a:pPr indent="-349250" lvl="0" marL="457200" rtl="1" algn="r">
              <a:lnSpc>
                <a:spcPct val="107916"/>
              </a:lnSpc>
              <a:spcBef>
                <a:spcPts val="400"/>
              </a:spcBef>
              <a:spcAft>
                <a:spcPts val="0"/>
              </a:spcAft>
              <a:buClr>
                <a:schemeClr val="dk1"/>
              </a:buClr>
              <a:buSzPts val="1900"/>
              <a:buFont typeface="Aptos"/>
              <a:buChar char="●"/>
            </a:pPr>
            <a:r>
              <a:rPr b="1" lang="ar-AE" sz="1900">
                <a:solidFill>
                  <a:schemeClr val="dk1"/>
                </a:solidFill>
                <a:latin typeface="Aptos"/>
                <a:ea typeface="Aptos"/>
                <a:cs typeface="Aptos"/>
                <a:sym typeface="Aptos"/>
              </a:rPr>
              <a:t>المنتج</a:t>
            </a:r>
            <a:endParaRPr b="1" sz="1900">
              <a:solidFill>
                <a:schemeClr val="dk1"/>
              </a:solidFill>
              <a:latin typeface="Aptos"/>
              <a:ea typeface="Aptos"/>
              <a:cs typeface="Aptos"/>
              <a:sym typeface="Aptos"/>
            </a:endParaRPr>
          </a:p>
          <a:p>
            <a:pPr indent="-349250" lvl="1" marL="914400" rtl="1" algn="r">
              <a:lnSpc>
                <a:spcPct val="107916"/>
              </a:lnSpc>
              <a:spcBef>
                <a:spcPts val="0"/>
              </a:spcBef>
              <a:spcAft>
                <a:spcPts val="0"/>
              </a:spcAft>
              <a:buClr>
                <a:schemeClr val="dk1"/>
              </a:buClr>
              <a:buSzPts val="1900"/>
              <a:buFont typeface="Aptos"/>
              <a:buChar char="o"/>
            </a:pPr>
            <a:r>
              <a:rPr lang="ar-AE" sz="1900">
                <a:solidFill>
                  <a:schemeClr val="dk1"/>
                </a:solidFill>
                <a:latin typeface="Aptos"/>
                <a:ea typeface="Aptos"/>
                <a:cs typeface="Aptos"/>
                <a:sym typeface="Aptos"/>
              </a:rPr>
              <a:t>فديوهات توعية للأهالي والعائلات والشباب والمراهقين والأطفال عن خطر إدمان الهاتف وسائل التواصل الاجتماعي والألعاب و إدمان الإباحية</a:t>
            </a:r>
            <a:endParaRPr sz="1900">
              <a:solidFill>
                <a:schemeClr val="dk1"/>
              </a:solidFill>
              <a:latin typeface="Aptos"/>
              <a:ea typeface="Aptos"/>
              <a:cs typeface="Aptos"/>
              <a:sym typeface="Aptos"/>
            </a:endParaRPr>
          </a:p>
          <a:p>
            <a:pPr indent="-349250" lvl="0" marL="457200" rtl="1" algn="r">
              <a:lnSpc>
                <a:spcPct val="107916"/>
              </a:lnSpc>
              <a:spcBef>
                <a:spcPts val="0"/>
              </a:spcBef>
              <a:spcAft>
                <a:spcPts val="0"/>
              </a:spcAft>
              <a:buClr>
                <a:schemeClr val="dk1"/>
              </a:buClr>
              <a:buSzPts val="1900"/>
              <a:buFont typeface="Aptos"/>
              <a:buChar char="●"/>
            </a:pPr>
            <a:r>
              <a:rPr b="1" lang="ar-AE" sz="1900">
                <a:solidFill>
                  <a:schemeClr val="dk1"/>
                </a:solidFill>
                <a:latin typeface="Aptos"/>
                <a:ea typeface="Aptos"/>
                <a:cs typeface="Aptos"/>
                <a:sym typeface="Aptos"/>
              </a:rPr>
              <a:t>السعر</a:t>
            </a:r>
            <a:endParaRPr b="1" sz="1900">
              <a:solidFill>
                <a:schemeClr val="dk1"/>
              </a:solidFill>
              <a:latin typeface="Aptos"/>
              <a:ea typeface="Aptos"/>
              <a:cs typeface="Aptos"/>
              <a:sym typeface="Aptos"/>
            </a:endParaRPr>
          </a:p>
          <a:p>
            <a:pPr indent="-349250" lvl="1" marL="914400" rtl="1" algn="r">
              <a:lnSpc>
                <a:spcPct val="107916"/>
              </a:lnSpc>
              <a:spcBef>
                <a:spcPts val="0"/>
              </a:spcBef>
              <a:spcAft>
                <a:spcPts val="0"/>
              </a:spcAft>
              <a:buClr>
                <a:schemeClr val="dk1"/>
              </a:buClr>
              <a:buSzPts val="1900"/>
              <a:buFont typeface="Aptos"/>
              <a:buChar char="o"/>
            </a:pPr>
            <a:r>
              <a:rPr lang="ar-AE" sz="1900">
                <a:solidFill>
                  <a:schemeClr val="dk1"/>
                </a:solidFill>
                <a:latin typeface="Aptos"/>
                <a:ea typeface="Aptos"/>
                <a:cs typeface="Aptos"/>
                <a:sym typeface="Aptos"/>
              </a:rPr>
              <a:t>مجانًا</a:t>
            </a:r>
            <a:endParaRPr sz="1900">
              <a:solidFill>
                <a:schemeClr val="dk1"/>
              </a:solidFill>
              <a:latin typeface="Aptos"/>
              <a:ea typeface="Aptos"/>
              <a:cs typeface="Aptos"/>
              <a:sym typeface="Aptos"/>
            </a:endParaRPr>
          </a:p>
          <a:p>
            <a:pPr indent="-349250" lvl="0" marL="457200" rtl="1" algn="r">
              <a:lnSpc>
                <a:spcPct val="107916"/>
              </a:lnSpc>
              <a:spcBef>
                <a:spcPts val="0"/>
              </a:spcBef>
              <a:spcAft>
                <a:spcPts val="0"/>
              </a:spcAft>
              <a:buClr>
                <a:schemeClr val="dk1"/>
              </a:buClr>
              <a:buSzPts val="1900"/>
              <a:buFont typeface="Aptos"/>
              <a:buChar char="●"/>
            </a:pPr>
            <a:r>
              <a:rPr lang="ar-AE" sz="1900">
                <a:solidFill>
                  <a:schemeClr val="dk1"/>
                </a:solidFill>
                <a:latin typeface="Aptos"/>
                <a:ea typeface="Aptos"/>
                <a:cs typeface="Aptos"/>
                <a:sym typeface="Aptos"/>
              </a:rPr>
              <a:t>المكان</a:t>
            </a:r>
            <a:endParaRPr sz="1900">
              <a:solidFill>
                <a:schemeClr val="dk1"/>
              </a:solidFill>
              <a:latin typeface="Aptos"/>
              <a:ea typeface="Aptos"/>
              <a:cs typeface="Aptos"/>
              <a:sym typeface="Aptos"/>
            </a:endParaRPr>
          </a:p>
          <a:p>
            <a:pPr indent="-349250" lvl="1" marL="914400" rtl="1" algn="r">
              <a:lnSpc>
                <a:spcPct val="107916"/>
              </a:lnSpc>
              <a:spcBef>
                <a:spcPts val="0"/>
              </a:spcBef>
              <a:spcAft>
                <a:spcPts val="0"/>
              </a:spcAft>
              <a:buClr>
                <a:schemeClr val="dk1"/>
              </a:buClr>
              <a:buSzPts val="1900"/>
              <a:buFont typeface="Aptos"/>
              <a:buChar char="o"/>
            </a:pPr>
            <a:r>
              <a:rPr lang="ar-AE" sz="1900">
                <a:solidFill>
                  <a:schemeClr val="dk1"/>
                </a:solidFill>
                <a:latin typeface="Aptos"/>
                <a:ea typeface="Aptos"/>
                <a:cs typeface="Aptos"/>
                <a:sym typeface="Aptos"/>
              </a:rPr>
              <a:t>القاهرة، مصر الجديدة ( </a:t>
            </a:r>
            <a:r>
              <a:rPr b="1" lang="ar-AE" sz="1900">
                <a:solidFill>
                  <a:srgbClr val="0E577C"/>
                </a:solidFill>
                <a:latin typeface="Aptos"/>
                <a:ea typeface="Aptos"/>
                <a:cs typeface="Aptos"/>
                <a:sym typeface="Aptos"/>
              </a:rPr>
              <a:t>مكان وهمي</a:t>
            </a:r>
            <a:r>
              <a:rPr lang="ar-AE" sz="1900">
                <a:solidFill>
                  <a:schemeClr val="dk1"/>
                </a:solidFill>
                <a:latin typeface="Aptos"/>
                <a:ea typeface="Aptos"/>
                <a:cs typeface="Aptos"/>
                <a:sym typeface="Aptos"/>
              </a:rPr>
              <a:t> )</a:t>
            </a:r>
            <a:endParaRPr sz="1900">
              <a:solidFill>
                <a:schemeClr val="dk1"/>
              </a:solidFill>
              <a:latin typeface="Aptos"/>
              <a:ea typeface="Aptos"/>
              <a:cs typeface="Aptos"/>
              <a:sym typeface="Aptos"/>
            </a:endParaRPr>
          </a:p>
          <a:p>
            <a:pPr indent="-349250" lvl="0" marL="457200" rtl="1" algn="r">
              <a:lnSpc>
                <a:spcPct val="107916"/>
              </a:lnSpc>
              <a:spcBef>
                <a:spcPts val="0"/>
              </a:spcBef>
              <a:spcAft>
                <a:spcPts val="0"/>
              </a:spcAft>
              <a:buClr>
                <a:schemeClr val="dk1"/>
              </a:buClr>
              <a:buSzPts val="1900"/>
              <a:buFont typeface="Aptos"/>
              <a:buChar char="●"/>
            </a:pPr>
            <a:r>
              <a:rPr b="1" lang="ar-AE" sz="1900">
                <a:solidFill>
                  <a:schemeClr val="dk1"/>
                </a:solidFill>
                <a:latin typeface="Aptos"/>
                <a:ea typeface="Aptos"/>
                <a:cs typeface="Aptos"/>
                <a:sym typeface="Aptos"/>
              </a:rPr>
              <a:t>الترويج</a:t>
            </a:r>
            <a:endParaRPr b="1" sz="1900">
              <a:solidFill>
                <a:schemeClr val="dk1"/>
              </a:solidFill>
              <a:latin typeface="Aptos"/>
              <a:ea typeface="Aptos"/>
              <a:cs typeface="Aptos"/>
              <a:sym typeface="Aptos"/>
            </a:endParaRPr>
          </a:p>
          <a:p>
            <a:pPr indent="-349250" lvl="1" marL="914400" rtl="1" algn="r">
              <a:lnSpc>
                <a:spcPct val="107916"/>
              </a:lnSpc>
              <a:spcBef>
                <a:spcPts val="0"/>
              </a:spcBef>
              <a:spcAft>
                <a:spcPts val="0"/>
              </a:spcAft>
              <a:buClr>
                <a:schemeClr val="dk1"/>
              </a:buClr>
              <a:buSzPts val="1900"/>
              <a:buFont typeface="Aptos"/>
              <a:buChar char="o"/>
            </a:pPr>
            <a:r>
              <a:rPr lang="ar-AE" sz="1900">
                <a:solidFill>
                  <a:schemeClr val="dk1"/>
                </a:solidFill>
                <a:latin typeface="Aptos"/>
                <a:ea typeface="Aptos"/>
                <a:cs typeface="Aptos"/>
                <a:sym typeface="Aptos"/>
              </a:rPr>
              <a:t>الإعلانات عن طريق وسائل التواصل الإجتماعي</a:t>
            </a:r>
            <a:endParaRPr sz="1900">
              <a:solidFill>
                <a:schemeClr val="dk1"/>
              </a:solidFill>
              <a:latin typeface="Aptos"/>
              <a:ea typeface="Aptos"/>
              <a:cs typeface="Aptos"/>
              <a:sym typeface="Aptos"/>
            </a:endParaRPr>
          </a:p>
          <a:p>
            <a:pPr indent="-349250" lvl="0" marL="457200" rtl="1" algn="r">
              <a:lnSpc>
                <a:spcPct val="107916"/>
              </a:lnSpc>
              <a:spcBef>
                <a:spcPts val="0"/>
              </a:spcBef>
              <a:spcAft>
                <a:spcPts val="0"/>
              </a:spcAft>
              <a:buClr>
                <a:schemeClr val="dk1"/>
              </a:buClr>
              <a:buSzPts val="1900"/>
              <a:buFont typeface="Aptos"/>
              <a:buChar char="●"/>
            </a:pPr>
            <a:r>
              <a:rPr b="1" lang="ar-AE" sz="1900">
                <a:solidFill>
                  <a:schemeClr val="dk1"/>
                </a:solidFill>
                <a:latin typeface="Aptos"/>
                <a:ea typeface="Aptos"/>
                <a:cs typeface="Aptos"/>
                <a:sym typeface="Aptos"/>
              </a:rPr>
              <a:t>الناس</a:t>
            </a:r>
            <a:endParaRPr b="1" sz="1900">
              <a:solidFill>
                <a:schemeClr val="dk1"/>
              </a:solidFill>
              <a:latin typeface="Aptos"/>
              <a:ea typeface="Aptos"/>
              <a:cs typeface="Aptos"/>
              <a:sym typeface="Aptos"/>
            </a:endParaRPr>
          </a:p>
          <a:p>
            <a:pPr indent="-349250" lvl="1" marL="914400" rtl="1" algn="r">
              <a:lnSpc>
                <a:spcPct val="107916"/>
              </a:lnSpc>
              <a:spcBef>
                <a:spcPts val="0"/>
              </a:spcBef>
              <a:spcAft>
                <a:spcPts val="0"/>
              </a:spcAft>
              <a:buClr>
                <a:schemeClr val="dk1"/>
              </a:buClr>
              <a:buSzPts val="1900"/>
              <a:buFont typeface="Aptos"/>
              <a:buChar char="o"/>
            </a:pPr>
            <a:r>
              <a:rPr lang="ar-AE" sz="1900">
                <a:solidFill>
                  <a:schemeClr val="dk1"/>
                </a:solidFill>
                <a:latin typeface="Aptos"/>
                <a:ea typeface="Aptos"/>
                <a:cs typeface="Aptos"/>
                <a:sym typeface="Aptos"/>
              </a:rPr>
              <a:t>فريق مُدمن نفسه في عمل الحملات التسويقية</a:t>
            </a:r>
            <a:endParaRPr sz="1900">
              <a:solidFill>
                <a:schemeClr val="dk1"/>
              </a:solidFill>
              <a:latin typeface="Aptos"/>
              <a:ea typeface="Aptos"/>
              <a:cs typeface="Aptos"/>
              <a:sym typeface="Aptos"/>
            </a:endParaRPr>
          </a:p>
          <a:p>
            <a:pPr indent="-349250" lvl="1" marL="914400" rtl="1" algn="r">
              <a:lnSpc>
                <a:spcPct val="107916"/>
              </a:lnSpc>
              <a:spcBef>
                <a:spcPts val="0"/>
              </a:spcBef>
              <a:spcAft>
                <a:spcPts val="0"/>
              </a:spcAft>
              <a:buClr>
                <a:schemeClr val="dk1"/>
              </a:buClr>
              <a:buSzPts val="1900"/>
              <a:buFont typeface="Aptos"/>
              <a:buChar char="o"/>
            </a:pPr>
            <a:r>
              <a:rPr lang="ar-AE" sz="1900">
                <a:solidFill>
                  <a:schemeClr val="dk1"/>
                </a:solidFill>
                <a:latin typeface="Aptos"/>
                <a:ea typeface="Aptos"/>
                <a:cs typeface="Aptos"/>
                <a:sym typeface="Aptos"/>
              </a:rPr>
              <a:t>عمل فيديوهات مع دكاتره متخصصين و متخصصين في تربية الأطفال</a:t>
            </a:r>
            <a:endParaRPr sz="1900">
              <a:solidFill>
                <a:schemeClr val="dk1"/>
              </a:solidFill>
              <a:latin typeface="Aptos"/>
              <a:ea typeface="Aptos"/>
              <a:cs typeface="Aptos"/>
              <a:sym typeface="Aptos"/>
            </a:endParaRPr>
          </a:p>
          <a:p>
            <a:pPr indent="-349250" lvl="0" marL="457200" rtl="1" algn="r">
              <a:lnSpc>
                <a:spcPct val="107916"/>
              </a:lnSpc>
              <a:spcBef>
                <a:spcPts val="0"/>
              </a:spcBef>
              <a:spcAft>
                <a:spcPts val="0"/>
              </a:spcAft>
              <a:buClr>
                <a:schemeClr val="dk1"/>
              </a:buClr>
              <a:buSzPts val="1900"/>
              <a:buFont typeface="Aptos"/>
              <a:buChar char="●"/>
            </a:pPr>
            <a:r>
              <a:rPr b="1" lang="ar-AE" sz="1900">
                <a:solidFill>
                  <a:schemeClr val="dk1"/>
                </a:solidFill>
                <a:latin typeface="Aptos"/>
                <a:ea typeface="Aptos"/>
                <a:cs typeface="Aptos"/>
                <a:sym typeface="Aptos"/>
              </a:rPr>
              <a:t>العملية</a:t>
            </a:r>
            <a:endParaRPr b="1" sz="1900">
              <a:solidFill>
                <a:schemeClr val="dk1"/>
              </a:solidFill>
              <a:latin typeface="Aptos"/>
              <a:ea typeface="Aptos"/>
              <a:cs typeface="Aptos"/>
              <a:sym typeface="Aptos"/>
            </a:endParaRPr>
          </a:p>
          <a:p>
            <a:pPr indent="-349250" lvl="1" marL="914400" rtl="1" algn="r">
              <a:lnSpc>
                <a:spcPct val="107916"/>
              </a:lnSpc>
              <a:spcBef>
                <a:spcPts val="0"/>
              </a:spcBef>
              <a:spcAft>
                <a:spcPts val="0"/>
              </a:spcAft>
              <a:buClr>
                <a:schemeClr val="dk1"/>
              </a:buClr>
              <a:buSzPts val="1900"/>
              <a:buFont typeface="Aptos"/>
              <a:buChar char="o"/>
            </a:pPr>
            <a:r>
              <a:rPr lang="ar-AE" sz="1900">
                <a:solidFill>
                  <a:schemeClr val="dk1"/>
                </a:solidFill>
                <a:latin typeface="Aptos"/>
                <a:ea typeface="Aptos"/>
                <a:cs typeface="Aptos"/>
                <a:sym typeface="Aptos"/>
              </a:rPr>
              <a:t>عمل ملخص لبحث ثم عمل فيديو عنه وبعدها النشر والرد على الناس</a:t>
            </a:r>
            <a:endParaRPr sz="1900">
              <a:solidFill>
                <a:schemeClr val="dk1"/>
              </a:solidFill>
              <a:latin typeface="Aptos"/>
              <a:ea typeface="Aptos"/>
              <a:cs typeface="Aptos"/>
              <a:sym typeface="Aptos"/>
            </a:endParaRPr>
          </a:p>
          <a:p>
            <a:pPr indent="-349250" lvl="1" marL="914400" rtl="1" algn="r">
              <a:lnSpc>
                <a:spcPct val="107916"/>
              </a:lnSpc>
              <a:spcBef>
                <a:spcPts val="0"/>
              </a:spcBef>
              <a:spcAft>
                <a:spcPts val="0"/>
              </a:spcAft>
              <a:buClr>
                <a:schemeClr val="dk1"/>
              </a:buClr>
              <a:buSzPts val="1900"/>
              <a:buFont typeface="Aptos"/>
              <a:buChar char="o"/>
            </a:pPr>
            <a:r>
              <a:rPr lang="ar-AE" sz="1900">
                <a:solidFill>
                  <a:schemeClr val="dk1"/>
                </a:solidFill>
                <a:latin typeface="Aptos"/>
                <a:ea typeface="Aptos"/>
                <a:cs typeface="Aptos"/>
                <a:sym typeface="Aptos"/>
              </a:rPr>
              <a:t>اتفاق مع الدكاتره المتخصصين ثم عمل فدوي ثم النشر والرد على الناس</a:t>
            </a:r>
            <a:endParaRPr sz="1900">
              <a:solidFill>
                <a:schemeClr val="dk1"/>
              </a:solidFill>
              <a:latin typeface="Aptos"/>
              <a:ea typeface="Aptos"/>
              <a:cs typeface="Aptos"/>
              <a:sym typeface="Aptos"/>
            </a:endParaRPr>
          </a:p>
          <a:p>
            <a:pPr indent="-349250" lvl="0" marL="457200" rtl="1" algn="r">
              <a:lnSpc>
                <a:spcPct val="107916"/>
              </a:lnSpc>
              <a:spcBef>
                <a:spcPts val="0"/>
              </a:spcBef>
              <a:spcAft>
                <a:spcPts val="0"/>
              </a:spcAft>
              <a:buClr>
                <a:schemeClr val="dk1"/>
              </a:buClr>
              <a:buSzPts val="1900"/>
              <a:buFont typeface="Aptos"/>
              <a:buChar char="●"/>
            </a:pPr>
            <a:r>
              <a:rPr b="1" lang="ar-AE" sz="1900">
                <a:solidFill>
                  <a:schemeClr val="dk1"/>
                </a:solidFill>
                <a:latin typeface="Aptos"/>
                <a:ea typeface="Aptos"/>
                <a:cs typeface="Aptos"/>
                <a:sym typeface="Aptos"/>
              </a:rPr>
              <a:t>الدليل الواقعي</a:t>
            </a:r>
            <a:endParaRPr b="1" sz="1900">
              <a:solidFill>
                <a:schemeClr val="dk1"/>
              </a:solidFill>
              <a:latin typeface="Aptos"/>
              <a:ea typeface="Aptos"/>
              <a:cs typeface="Aptos"/>
              <a:sym typeface="Aptos"/>
            </a:endParaRPr>
          </a:p>
          <a:p>
            <a:pPr indent="-349250" lvl="1" marL="914400" rtl="1" algn="r">
              <a:lnSpc>
                <a:spcPct val="107916"/>
              </a:lnSpc>
              <a:spcBef>
                <a:spcPts val="0"/>
              </a:spcBef>
              <a:spcAft>
                <a:spcPts val="800"/>
              </a:spcAft>
              <a:buClr>
                <a:schemeClr val="dk1"/>
              </a:buClr>
              <a:buSzPts val="1900"/>
              <a:buFont typeface="Aptos"/>
              <a:buChar char="o"/>
            </a:pPr>
            <a:r>
              <a:rPr lang="ar-AE" sz="1900">
                <a:solidFill>
                  <a:schemeClr val="dk1"/>
                </a:solidFill>
                <a:latin typeface="Aptos"/>
                <a:ea typeface="Aptos"/>
                <a:cs typeface="Aptos"/>
                <a:sym typeface="Aptos"/>
              </a:rPr>
              <a:t>ممكن يكون رضاء قبول المحتوى عند الناس</a:t>
            </a:r>
            <a:endParaRPr sz="19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descr="A black background with green text&#10;&#10;AI-generated content may be incorrect." id="181" name="Google Shape;181;p10"/>
          <p:cNvPicPr preferRelativeResize="0"/>
          <p:nvPr>
            <p:ph idx="2" type="pic"/>
          </p:nvPr>
        </p:nvPicPr>
        <p:blipFill rotWithShape="1">
          <a:blip r:embed="rId3">
            <a:alphaModFix/>
          </a:blip>
          <a:srcRect b="0" l="0" r="0" t="0"/>
          <a:stretch/>
        </p:blipFill>
        <p:spPr>
          <a:xfrm>
            <a:off x="1269525" y="-6062"/>
            <a:ext cx="8567297" cy="1285097"/>
          </a:xfrm>
          <a:prstGeom prst="rect">
            <a:avLst/>
          </a:prstGeom>
          <a:noFill/>
          <a:ln>
            <a:noFill/>
          </a:ln>
        </p:spPr>
      </p:pic>
      <p:graphicFrame>
        <p:nvGraphicFramePr>
          <p:cNvPr id="182" name="Google Shape;182;p10"/>
          <p:cNvGraphicFramePr/>
          <p:nvPr/>
        </p:nvGraphicFramePr>
        <p:xfrm>
          <a:off x="172528" y="1081515"/>
          <a:ext cx="3000000" cy="3000000"/>
        </p:xfrm>
        <a:graphic>
          <a:graphicData uri="http://schemas.openxmlformats.org/drawingml/2006/table">
            <a:tbl>
              <a:tblPr bandRow="1">
                <a:noFill/>
                <a:tableStyleId>{84F299B2-7866-4EFB-95E6-AAF9E077ECFF}</a:tableStyleId>
              </a:tblPr>
              <a:tblGrid>
                <a:gridCol w="5920750"/>
                <a:gridCol w="5920750"/>
              </a:tblGrid>
              <a:tr h="2856625">
                <a:tc>
                  <a:txBody>
                    <a:bodyPr/>
                    <a:lstStyle/>
                    <a:p>
                      <a:pPr indent="0" lvl="0" marL="0" marR="0" rtl="0" algn="ctr">
                        <a:spcBef>
                          <a:spcPts val="0"/>
                        </a:spcBef>
                        <a:spcAft>
                          <a:spcPts val="0"/>
                        </a:spcAft>
                        <a:buClr>
                          <a:srgbClr val="17365D"/>
                        </a:buClr>
                        <a:buSzPts val="2400"/>
                        <a:buFont typeface="Arial"/>
                        <a:buNone/>
                      </a:pPr>
                      <a:r>
                        <a:rPr lang="ar-AE" sz="2400" u="none" cap="none" strike="noStrike">
                          <a:solidFill>
                            <a:srgbClr val="17365D"/>
                          </a:solidFill>
                        </a:rPr>
                        <a:t>Key Partnerships(لشركاء الرئيسيون)</a:t>
                      </a:r>
                      <a:endParaRPr sz="2400" u="none" cap="none" strike="noStrike"/>
                    </a:p>
                    <a:p>
                      <a:pPr indent="-114300" lvl="0" marL="0" marR="0" rtl="1" algn="l">
                        <a:spcBef>
                          <a:spcPts val="0"/>
                        </a:spcBef>
                        <a:spcAft>
                          <a:spcPts val="0"/>
                        </a:spcAft>
                        <a:buClr>
                          <a:schemeClr val="dk1"/>
                        </a:buClr>
                        <a:buSzPts val="1800"/>
                        <a:buFont typeface="Arial"/>
                        <a:buChar char="•"/>
                      </a:pPr>
                      <a:br>
                        <a:rPr lang="ar-AE" sz="1800" u="none" cap="none" strike="noStrike"/>
                      </a:br>
                      <a:endParaRPr sz="2000" u="none" cap="none" strike="noStrike"/>
                    </a:p>
                    <a:p>
                      <a:pPr indent="-127000" lvl="0" marL="0" marR="0" rtl="1" algn="r">
                        <a:spcBef>
                          <a:spcPts val="0"/>
                        </a:spcBef>
                        <a:spcAft>
                          <a:spcPts val="0"/>
                        </a:spcAft>
                        <a:buClr>
                          <a:schemeClr val="dk1"/>
                        </a:buClr>
                        <a:buSzPts val="2000"/>
                        <a:buFont typeface="Arial"/>
                        <a:buChar char="•"/>
                      </a:pPr>
                      <a:r>
                        <a:rPr lang="ar-AE" sz="2000" u="none" cap="none" strike="noStrike"/>
                        <a:t>أطباء نفسيين وخبراء تربية</a:t>
                      </a:r>
                      <a:endParaRPr/>
                    </a:p>
                    <a:p>
                      <a:pPr indent="-127000" lvl="0" marL="0" marR="0" rtl="1" algn="r">
                        <a:spcBef>
                          <a:spcPts val="0"/>
                        </a:spcBef>
                        <a:spcAft>
                          <a:spcPts val="0"/>
                        </a:spcAft>
                        <a:buClr>
                          <a:schemeClr val="dk1"/>
                        </a:buClr>
                        <a:buSzPts val="2000"/>
                        <a:buFont typeface="Arial"/>
                        <a:buChar char="•"/>
                      </a:pPr>
                      <a:r>
                        <a:rPr lang="ar-AE" sz="2000" u="none" cap="none" strike="noStrike"/>
                        <a:t>المدارس والجامعات </a:t>
                      </a:r>
                      <a:endParaRPr/>
                    </a:p>
                    <a:p>
                      <a:pPr indent="-127000" lvl="0" marL="0" marR="0" rtl="1" algn="r">
                        <a:spcBef>
                          <a:spcPts val="0"/>
                        </a:spcBef>
                        <a:spcAft>
                          <a:spcPts val="0"/>
                        </a:spcAft>
                        <a:buClr>
                          <a:schemeClr val="dk1"/>
                        </a:buClr>
                        <a:buSzPts val="2000"/>
                        <a:buFont typeface="Arial"/>
                        <a:buChar char="•"/>
                      </a:pPr>
                      <a:r>
                        <a:rPr lang="ar-AE" sz="2000" u="none" cap="none" strike="noStrike"/>
                        <a:t>الجمعيات الأهلية (التي تختص بالأهالي) ومنظمات المجتمع المدني</a:t>
                      </a:r>
                      <a:endParaRPr/>
                    </a:p>
                    <a:p>
                      <a:pPr indent="0" lvl="0" marL="0" marR="0" rtl="0" algn="l">
                        <a:spcBef>
                          <a:spcPts val="1000"/>
                        </a:spcBef>
                        <a:spcAft>
                          <a:spcPts val="0"/>
                        </a:spcAft>
                        <a:buClr>
                          <a:schemeClr val="dk1"/>
                        </a:buClr>
                        <a:buSzPts val="1800"/>
                        <a:buFont typeface="Arial"/>
                        <a:buNone/>
                      </a:pPr>
                      <a:br>
                        <a:rPr lang="ar-AE" sz="1800" u="none" cap="none" strike="noStrike"/>
                      </a:br>
                      <a:endParaRPr sz="1800" u="none" cap="none" strike="noStrike"/>
                    </a:p>
                  </a:txBody>
                  <a:tcPr marT="45725" marB="45725" marR="68575" marL="68575">
                    <a:lnL cap="flat" cmpd="sng" w="9525">
                      <a:solidFill>
                        <a:srgbClr val="B7DDE8"/>
                      </a:solidFill>
                      <a:prstDash val="solid"/>
                      <a:round/>
                      <a:headEnd len="sm" w="sm" type="none"/>
                      <a:tailEnd len="sm" w="sm" type="none"/>
                    </a:lnL>
                    <a:lnR cap="flat" cmpd="sng" w="9525">
                      <a:solidFill>
                        <a:srgbClr val="B7DDE8"/>
                      </a:solidFill>
                      <a:prstDash val="solid"/>
                      <a:round/>
                      <a:headEnd len="sm" w="sm" type="none"/>
                      <a:tailEnd len="sm" w="sm" type="none"/>
                    </a:lnR>
                    <a:lnT cap="flat" cmpd="sng" w="9525">
                      <a:solidFill>
                        <a:srgbClr val="B7DDE8"/>
                      </a:solidFill>
                      <a:prstDash val="solid"/>
                      <a:round/>
                      <a:headEnd len="sm" w="sm" type="none"/>
                      <a:tailEnd len="sm" w="sm" type="none"/>
                    </a:lnT>
                    <a:lnB cap="flat" cmpd="sng" w="19025">
                      <a:solidFill>
                        <a:srgbClr val="93CDDC"/>
                      </a:solidFill>
                      <a:prstDash val="solid"/>
                      <a:round/>
                      <a:headEnd len="sm" w="sm" type="none"/>
                      <a:tailEnd len="sm" w="sm" type="none"/>
                    </a:lnB>
                  </a:tcPr>
                </a:tc>
                <a:tc>
                  <a:txBody>
                    <a:bodyPr/>
                    <a:lstStyle/>
                    <a:p>
                      <a:pPr indent="0" lvl="0" marL="0" marR="0" rtl="0" algn="ctr">
                        <a:spcBef>
                          <a:spcPts val="0"/>
                        </a:spcBef>
                        <a:spcAft>
                          <a:spcPts val="0"/>
                        </a:spcAft>
                        <a:buClr>
                          <a:srgbClr val="17365D"/>
                        </a:buClr>
                        <a:buSzPts val="2400"/>
                        <a:buFont typeface="Arial"/>
                        <a:buNone/>
                      </a:pPr>
                      <a:r>
                        <a:rPr lang="ar-AE" sz="2400" u="none" cap="none" strike="noStrike">
                          <a:solidFill>
                            <a:srgbClr val="17365D"/>
                          </a:solidFill>
                        </a:rPr>
                        <a:t>Key Activities(الأنشطة الأساسية)</a:t>
                      </a:r>
                      <a:endParaRPr sz="2400" u="none" cap="none" strike="noStrike"/>
                    </a:p>
                    <a:p>
                      <a:pPr indent="-114300" lvl="0" marL="0" marR="0" rtl="1" algn="l">
                        <a:spcBef>
                          <a:spcPts val="0"/>
                        </a:spcBef>
                        <a:spcAft>
                          <a:spcPts val="0"/>
                        </a:spcAft>
                        <a:buClr>
                          <a:schemeClr val="dk1"/>
                        </a:buClr>
                        <a:buSzPts val="1800"/>
                        <a:buFont typeface="Arial"/>
                        <a:buChar char="•"/>
                      </a:pPr>
                      <a:br>
                        <a:rPr lang="ar-AE" sz="1800" u="none" cap="none" strike="noStrike"/>
                      </a:br>
                      <a:endParaRPr sz="1600" u="none" cap="none" strike="noStrike"/>
                    </a:p>
                    <a:p>
                      <a:pPr indent="-101600" lvl="0" marL="0" marR="0" rtl="1" algn="r">
                        <a:spcBef>
                          <a:spcPts val="0"/>
                        </a:spcBef>
                        <a:spcAft>
                          <a:spcPts val="0"/>
                        </a:spcAft>
                        <a:buClr>
                          <a:schemeClr val="dk1"/>
                        </a:buClr>
                        <a:buSzPts val="1600"/>
                        <a:buFont typeface="Arial"/>
                        <a:buChar char="•"/>
                      </a:pPr>
                      <a:r>
                        <a:rPr lang="ar-AE" sz="1600" u="none" cap="none" strike="noStrike"/>
                        <a:t>إ</a:t>
                      </a:r>
                      <a:r>
                        <a:rPr lang="ar-AE" sz="2000" u="none" cap="none" strike="noStrike"/>
                        <a:t>نتاج المحتوى التوعوي</a:t>
                      </a:r>
                      <a:endParaRPr/>
                    </a:p>
                    <a:p>
                      <a:pPr indent="-127000" lvl="0" marL="0" marR="0" rtl="1" algn="r">
                        <a:spcBef>
                          <a:spcPts val="0"/>
                        </a:spcBef>
                        <a:spcAft>
                          <a:spcPts val="0"/>
                        </a:spcAft>
                        <a:buClr>
                          <a:schemeClr val="dk1"/>
                        </a:buClr>
                        <a:buSzPts val="2000"/>
                        <a:buFont typeface="Arial"/>
                        <a:buChar char="•"/>
                      </a:pPr>
                      <a:r>
                        <a:rPr lang="ar-AE" sz="2000" u="none" cap="none" strike="noStrike"/>
                        <a:t>تنفيذ ندوات وورش عمل توعوية ( محاضرات اونلاين)</a:t>
                      </a:r>
                      <a:endParaRPr/>
                    </a:p>
                  </a:txBody>
                  <a:tcPr marT="45725" marB="45725" marR="68575" marL="68575">
                    <a:lnL cap="flat" cmpd="sng" w="9525">
                      <a:solidFill>
                        <a:srgbClr val="B7DDE8"/>
                      </a:solidFill>
                      <a:prstDash val="solid"/>
                      <a:round/>
                      <a:headEnd len="sm" w="sm" type="none"/>
                      <a:tailEnd len="sm" w="sm" type="none"/>
                    </a:lnL>
                    <a:lnR cap="flat" cmpd="sng" w="9525">
                      <a:solidFill>
                        <a:srgbClr val="B7DDE8"/>
                      </a:solidFill>
                      <a:prstDash val="solid"/>
                      <a:round/>
                      <a:headEnd len="sm" w="sm" type="none"/>
                      <a:tailEnd len="sm" w="sm" type="none"/>
                    </a:lnR>
                    <a:lnT cap="flat" cmpd="sng" w="9525">
                      <a:solidFill>
                        <a:srgbClr val="B7DDE8"/>
                      </a:solidFill>
                      <a:prstDash val="solid"/>
                      <a:round/>
                      <a:headEnd len="sm" w="sm" type="none"/>
                      <a:tailEnd len="sm" w="sm" type="none"/>
                    </a:lnT>
                    <a:lnB cap="flat" cmpd="sng" w="19025">
                      <a:solidFill>
                        <a:srgbClr val="93CDDC"/>
                      </a:solidFill>
                      <a:prstDash val="solid"/>
                      <a:round/>
                      <a:headEnd len="sm" w="sm" type="none"/>
                      <a:tailEnd len="sm" w="sm" type="none"/>
                    </a:lnB>
                  </a:tcPr>
                </a:tc>
              </a:tr>
              <a:tr h="2644425">
                <a:tc>
                  <a:txBody>
                    <a:bodyPr/>
                    <a:lstStyle/>
                    <a:p>
                      <a:pPr indent="0" lvl="0" marL="0" marR="0" rtl="0" algn="ctr">
                        <a:spcBef>
                          <a:spcPts val="0"/>
                        </a:spcBef>
                        <a:spcAft>
                          <a:spcPts val="0"/>
                        </a:spcAft>
                        <a:buClr>
                          <a:srgbClr val="17365D"/>
                        </a:buClr>
                        <a:buSzPts val="2000"/>
                        <a:buFont typeface="Arial"/>
                        <a:buNone/>
                      </a:pPr>
                      <a:r>
                        <a:rPr lang="ar-AE" sz="2000" u="none" cap="none" strike="noStrike">
                          <a:solidFill>
                            <a:srgbClr val="17365D"/>
                          </a:solidFill>
                        </a:rPr>
                        <a:t>Key Resources(الموارد الأساسية)</a:t>
                      </a:r>
                      <a:endParaRPr sz="2000" u="none" cap="none" strike="noStrike"/>
                    </a:p>
                    <a:p>
                      <a:pPr indent="-114300" lvl="0" marL="0" marR="0" rtl="1" algn="l">
                        <a:spcBef>
                          <a:spcPts val="0"/>
                        </a:spcBef>
                        <a:spcAft>
                          <a:spcPts val="0"/>
                        </a:spcAft>
                        <a:buClr>
                          <a:schemeClr val="dk1"/>
                        </a:buClr>
                        <a:buSzPts val="1800"/>
                        <a:buFont typeface="Arial"/>
                        <a:buChar char="•"/>
                      </a:pPr>
                      <a:br>
                        <a:rPr lang="ar-AE" sz="1800" u="none" cap="none" strike="noStrike"/>
                      </a:br>
                      <a:endParaRPr sz="1600" u="none" cap="none" strike="noStrike"/>
                    </a:p>
                    <a:p>
                      <a:pPr indent="-152400" lvl="0" marL="0" marR="0" rtl="1" algn="r">
                        <a:spcBef>
                          <a:spcPts val="0"/>
                        </a:spcBef>
                        <a:spcAft>
                          <a:spcPts val="0"/>
                        </a:spcAft>
                        <a:buClr>
                          <a:srgbClr val="17365D"/>
                        </a:buClr>
                        <a:buSzPts val="2400"/>
                        <a:buFont typeface="Arial"/>
                        <a:buChar char="•"/>
                      </a:pPr>
                      <a:r>
                        <a:rPr lang="ar-AE" sz="2400" u="none" cap="none" strike="noStrike">
                          <a:solidFill>
                            <a:srgbClr val="17365D"/>
                          </a:solidFill>
                        </a:rPr>
                        <a:t>بشرية</a:t>
                      </a:r>
                      <a:r>
                        <a:rPr lang="ar-AE" sz="2400" u="none" cap="none" strike="noStrike"/>
                        <a:t>: خبراء نفسيين وتربويين، فريق إنتاج محتوى.</a:t>
                      </a:r>
                      <a:endParaRPr/>
                    </a:p>
                    <a:p>
                      <a:pPr indent="-152400" lvl="0" marL="0" marR="0" rtl="1" algn="r">
                        <a:spcBef>
                          <a:spcPts val="0"/>
                        </a:spcBef>
                        <a:spcAft>
                          <a:spcPts val="0"/>
                        </a:spcAft>
                        <a:buClr>
                          <a:srgbClr val="17365D"/>
                        </a:buClr>
                        <a:buSzPts val="2400"/>
                        <a:buFont typeface="Arial"/>
                        <a:buChar char="•"/>
                      </a:pPr>
                      <a:r>
                        <a:rPr lang="ar-AE" sz="2400" u="none" cap="none" strike="noStrike">
                          <a:solidFill>
                            <a:srgbClr val="17365D"/>
                          </a:solidFill>
                        </a:rPr>
                        <a:t>مادية: </a:t>
                      </a:r>
                      <a:r>
                        <a:rPr lang="ar-AE" sz="2400" u="none" cap="none" strike="noStrike"/>
                        <a:t>معدات تصوير أدوات تقنية بسيطة </a:t>
                      </a:r>
                      <a:endParaRPr/>
                    </a:p>
                    <a:p>
                      <a:pPr indent="0" lvl="0" marL="0" marR="0" rtl="0" algn="l">
                        <a:spcBef>
                          <a:spcPts val="0"/>
                        </a:spcBef>
                        <a:spcAft>
                          <a:spcPts val="0"/>
                        </a:spcAft>
                        <a:buClr>
                          <a:schemeClr val="dk1"/>
                        </a:buClr>
                        <a:buSzPts val="1800"/>
                        <a:buFont typeface="Arial"/>
                        <a:buNone/>
                      </a:pPr>
                      <a:br>
                        <a:rPr lang="ar-AE" sz="1800" u="none" cap="none" strike="noStrike"/>
                      </a:br>
                      <a:endParaRPr sz="1800" u="none" cap="none" strike="noStrike"/>
                    </a:p>
                  </a:txBody>
                  <a:tcPr marT="45725" marB="45725" marR="68575" marL="68575">
                    <a:lnL cap="flat" cmpd="sng" w="9525">
                      <a:solidFill>
                        <a:srgbClr val="B7DDE8"/>
                      </a:solidFill>
                      <a:prstDash val="solid"/>
                      <a:round/>
                      <a:headEnd len="sm" w="sm" type="none"/>
                      <a:tailEnd len="sm" w="sm" type="none"/>
                    </a:lnL>
                    <a:lnR cap="flat" cmpd="sng" w="9525">
                      <a:solidFill>
                        <a:srgbClr val="B7DDE8"/>
                      </a:solidFill>
                      <a:prstDash val="solid"/>
                      <a:round/>
                      <a:headEnd len="sm" w="sm" type="none"/>
                      <a:tailEnd len="sm" w="sm" type="none"/>
                    </a:lnR>
                    <a:lnT cap="flat" cmpd="sng" w="19025">
                      <a:solidFill>
                        <a:srgbClr val="93CDDC"/>
                      </a:solidFill>
                      <a:prstDash val="solid"/>
                      <a:round/>
                      <a:headEnd len="sm" w="sm" type="none"/>
                      <a:tailEnd len="sm" w="sm" type="none"/>
                    </a:lnT>
                    <a:lnB cap="flat" cmpd="sng" w="9525">
                      <a:solidFill>
                        <a:srgbClr val="B7DDE8"/>
                      </a:solidFill>
                      <a:prstDash val="solid"/>
                      <a:round/>
                      <a:headEnd len="sm" w="sm" type="none"/>
                      <a:tailEnd len="sm" w="sm" type="none"/>
                    </a:lnB>
                  </a:tcPr>
                </a:tc>
                <a:tc>
                  <a:txBody>
                    <a:bodyPr/>
                    <a:lstStyle/>
                    <a:p>
                      <a:pPr indent="0" lvl="0" marL="0" marR="0" rtl="0" algn="ctr">
                        <a:spcBef>
                          <a:spcPts val="0"/>
                        </a:spcBef>
                        <a:spcAft>
                          <a:spcPts val="0"/>
                        </a:spcAft>
                        <a:buClr>
                          <a:srgbClr val="17365D"/>
                        </a:buClr>
                        <a:buSzPts val="1600"/>
                        <a:buFont typeface="Arial"/>
                        <a:buNone/>
                      </a:pPr>
                      <a:r>
                        <a:rPr lang="ar-AE" sz="1600" u="none" cap="none" strike="noStrike">
                          <a:solidFill>
                            <a:srgbClr val="17365D"/>
                          </a:solidFill>
                        </a:rPr>
                        <a:t>Value Propositions(القيمة المقترحة)</a:t>
                      </a:r>
                      <a:endParaRPr sz="1800" u="none" cap="none" strike="noStrike"/>
                    </a:p>
                    <a:p>
                      <a:pPr indent="-127000" lvl="0" marL="0" marR="630" rtl="1" algn="r">
                        <a:spcBef>
                          <a:spcPts val="0"/>
                        </a:spcBef>
                        <a:spcAft>
                          <a:spcPts val="0"/>
                        </a:spcAft>
                        <a:buClr>
                          <a:schemeClr val="dk1"/>
                        </a:buClr>
                        <a:buSzPts val="2000"/>
                        <a:buFont typeface="Arial"/>
                        <a:buChar char="•"/>
                      </a:pPr>
                      <a:r>
                        <a:rPr lang="ar-AE" sz="2000" u="none" cap="none" strike="noStrike"/>
                        <a:t>تقديم محتوى توعوي(توعية الآباء والمراهقين والشباب بمخاطر الإدمان الرقمي و إدمان المحتوي الإباحي)</a:t>
                      </a:r>
                      <a:endParaRPr/>
                    </a:p>
                    <a:p>
                      <a:pPr indent="-127000" lvl="0" marL="0" marR="0" rtl="1" algn="r">
                        <a:spcBef>
                          <a:spcPts val="0"/>
                        </a:spcBef>
                        <a:spcAft>
                          <a:spcPts val="0"/>
                        </a:spcAft>
                        <a:buClr>
                          <a:schemeClr val="dk1"/>
                        </a:buClr>
                        <a:buSzPts val="2000"/>
                        <a:buFont typeface="Arial"/>
                        <a:buChar char="•"/>
                      </a:pPr>
                      <a:r>
                        <a:rPr lang="ar-AE" sz="2000" u="none" cap="none" strike="noStrike"/>
                        <a:t>تقديم حلول عملية للأهالي للحد من إدمان الأطفال والمراهقين على السوشيال ميديا</a:t>
                      </a:r>
                      <a:endParaRPr/>
                    </a:p>
                    <a:p>
                      <a:pPr indent="-127000" lvl="0" marL="0" marR="0" rtl="1" algn="r">
                        <a:spcBef>
                          <a:spcPts val="0"/>
                        </a:spcBef>
                        <a:spcAft>
                          <a:spcPts val="0"/>
                        </a:spcAft>
                        <a:buClr>
                          <a:schemeClr val="dk1"/>
                        </a:buClr>
                        <a:buSzPts val="2000"/>
                        <a:buFont typeface="Arial"/>
                        <a:buChar char="•"/>
                      </a:pPr>
                      <a:r>
                        <a:rPr lang="ar-AE" sz="2000" u="none" cap="none" strike="noStrike"/>
                        <a:t>تعزيز التربية الواعية (باستبدال وقت الشاشة بأنشطة صحية، تنمية المهارات الحياتية، زيادة التواصل الأسري)</a:t>
                      </a:r>
                      <a:endParaRPr/>
                    </a:p>
                    <a:p>
                      <a:pPr indent="-127000" lvl="0" marL="0" marR="0" rtl="1" algn="r">
                        <a:spcBef>
                          <a:spcPts val="0"/>
                        </a:spcBef>
                        <a:spcAft>
                          <a:spcPts val="0"/>
                        </a:spcAft>
                        <a:buClr>
                          <a:schemeClr val="dk1"/>
                        </a:buClr>
                        <a:buSzPts val="2000"/>
                        <a:buFont typeface="Arial"/>
                        <a:buChar char="•"/>
                      </a:pPr>
                      <a:r>
                        <a:rPr lang="ar-AE" sz="2000" u="none" cap="none" strike="noStrike"/>
                        <a:t>وتقديم حلول للوقاية والحماية من إدمان الإباحية </a:t>
                      </a:r>
                      <a:endParaRPr/>
                    </a:p>
                  </a:txBody>
                  <a:tcPr marT="45725" marB="45725" marR="68575" marL="68575">
                    <a:lnL cap="flat" cmpd="sng" w="9525">
                      <a:solidFill>
                        <a:srgbClr val="B7DDE8"/>
                      </a:solidFill>
                      <a:prstDash val="solid"/>
                      <a:round/>
                      <a:headEnd len="sm" w="sm" type="none"/>
                      <a:tailEnd len="sm" w="sm" type="none"/>
                    </a:lnL>
                    <a:lnR cap="flat" cmpd="sng" w="9525">
                      <a:solidFill>
                        <a:srgbClr val="B7DDE8"/>
                      </a:solidFill>
                      <a:prstDash val="solid"/>
                      <a:round/>
                      <a:headEnd len="sm" w="sm" type="none"/>
                      <a:tailEnd len="sm" w="sm" type="none"/>
                    </a:lnR>
                    <a:lnT cap="flat" cmpd="sng" w="19025">
                      <a:solidFill>
                        <a:srgbClr val="93CDDC"/>
                      </a:solidFill>
                      <a:prstDash val="solid"/>
                      <a:round/>
                      <a:headEnd len="sm" w="sm" type="none"/>
                      <a:tailEnd len="sm" w="sm" type="none"/>
                    </a:lnT>
                    <a:lnB cap="flat" cmpd="sng" w="9525">
                      <a:solidFill>
                        <a:srgbClr val="B7DDE8"/>
                      </a:solidFill>
                      <a:prstDash val="solid"/>
                      <a:round/>
                      <a:headEnd len="sm" w="sm" type="none"/>
                      <a:tailEnd len="sm" w="sm" type="none"/>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graphicFrame>
        <p:nvGraphicFramePr>
          <p:cNvPr id="188" name="Google Shape;188;p11"/>
          <p:cNvGraphicFramePr/>
          <p:nvPr/>
        </p:nvGraphicFramePr>
        <p:xfrm>
          <a:off x="410750" y="201446"/>
          <a:ext cx="3000000" cy="3000000"/>
        </p:xfrm>
        <a:graphic>
          <a:graphicData uri="http://schemas.openxmlformats.org/drawingml/2006/table">
            <a:tbl>
              <a:tblPr bandRow="1">
                <a:noFill/>
                <a:tableStyleId>{84F299B2-7866-4EFB-95E6-AAF9E077ECFF}</a:tableStyleId>
              </a:tblPr>
              <a:tblGrid>
                <a:gridCol w="5604875"/>
                <a:gridCol w="5604875"/>
              </a:tblGrid>
              <a:tr h="2307875">
                <a:tc>
                  <a:txBody>
                    <a:bodyPr/>
                    <a:lstStyle/>
                    <a:p>
                      <a:pPr indent="0" lvl="0" marL="0" marR="0" rtl="0" algn="ctr">
                        <a:spcBef>
                          <a:spcPts val="0"/>
                        </a:spcBef>
                        <a:spcAft>
                          <a:spcPts val="0"/>
                        </a:spcAft>
                        <a:buClr>
                          <a:srgbClr val="17365D"/>
                        </a:buClr>
                        <a:buSzPts val="2000"/>
                        <a:buFont typeface="Calibri"/>
                        <a:buNone/>
                      </a:pPr>
                      <a:r>
                        <a:rPr b="1" lang="ar-AE" sz="2000" u="none" cap="none" strike="noStrike">
                          <a:solidFill>
                            <a:srgbClr val="17365D"/>
                          </a:solidFill>
                          <a:latin typeface="Calibri"/>
                          <a:ea typeface="Calibri"/>
                          <a:cs typeface="Calibri"/>
                          <a:sym typeface="Calibri"/>
                        </a:rPr>
                        <a:t>Customer Relationships(العلاقة مع العملاء)</a:t>
                      </a:r>
                      <a:endParaRPr b="1" sz="2000" u="none" cap="none" strike="noStrike">
                        <a:latin typeface="Calibri"/>
                        <a:ea typeface="Calibri"/>
                        <a:cs typeface="Calibri"/>
                        <a:sym typeface="Calibri"/>
                      </a:endParaRPr>
                    </a:p>
                    <a:p>
                      <a:pPr indent="-127000" lvl="0" marL="0" marR="0" rtl="1" algn="r">
                        <a:spcBef>
                          <a:spcPts val="0"/>
                        </a:spcBef>
                        <a:spcAft>
                          <a:spcPts val="0"/>
                        </a:spcAft>
                        <a:buClr>
                          <a:schemeClr val="dk1"/>
                        </a:buClr>
                        <a:buSzPts val="2000"/>
                        <a:buFont typeface="Arial"/>
                        <a:buChar char="•"/>
                      </a:pPr>
                      <a:r>
                        <a:rPr lang="ar-AE" sz="2000" u="none" cap="none" strike="noStrike">
                          <a:latin typeface="Calibri"/>
                          <a:ea typeface="Calibri"/>
                          <a:cs typeface="Calibri"/>
                          <a:sym typeface="Calibri"/>
                        </a:rPr>
                        <a:t>دعم مستمر وتفاعلي</a:t>
                      </a:r>
                      <a:endParaRPr/>
                    </a:p>
                    <a:p>
                      <a:pPr indent="-127000" lvl="0" marL="0" marR="0" rtl="1" algn="r">
                        <a:spcBef>
                          <a:spcPts val="0"/>
                        </a:spcBef>
                        <a:spcAft>
                          <a:spcPts val="0"/>
                        </a:spcAft>
                        <a:buClr>
                          <a:schemeClr val="dk1"/>
                        </a:buClr>
                        <a:buSzPts val="2000"/>
                        <a:buFont typeface="Arial"/>
                        <a:buChar char="•"/>
                      </a:pPr>
                      <a:r>
                        <a:rPr lang="ar-AE" sz="2000" u="none" cap="none" strike="noStrike">
                          <a:latin typeface="Calibri"/>
                          <a:ea typeface="Calibri"/>
                          <a:cs typeface="Calibri"/>
                          <a:sym typeface="Calibri"/>
                        </a:rPr>
                        <a:t>مجتمع تفاعلي للآباء(إنشاء جروب فيس , واتس تفاعلي داعم للآباء لتبادل التجارب، طرح الأسئلة)</a:t>
                      </a:r>
                      <a:endParaRPr/>
                    </a:p>
                    <a:p>
                      <a:pPr indent="0" lvl="0" marL="0" marR="0" rtl="0" algn="l">
                        <a:spcBef>
                          <a:spcPts val="1000"/>
                        </a:spcBef>
                        <a:spcAft>
                          <a:spcPts val="0"/>
                        </a:spcAft>
                        <a:buClr>
                          <a:schemeClr val="dk1"/>
                        </a:buClr>
                        <a:buSzPts val="1800"/>
                        <a:buFont typeface="Arial"/>
                        <a:buNone/>
                      </a:pPr>
                      <a:br>
                        <a:rPr lang="ar-AE" sz="1800" u="none" cap="none" strike="noStrike"/>
                      </a:br>
                      <a:endParaRPr sz="1800" u="none" cap="none" strike="noStrike"/>
                    </a:p>
                  </a:txBody>
                  <a:tcPr marT="45725" marB="45725" marR="68575" marL="68575">
                    <a:lnL cap="flat" cmpd="sng" w="9525">
                      <a:solidFill>
                        <a:srgbClr val="B7DDE8"/>
                      </a:solidFill>
                      <a:prstDash val="solid"/>
                      <a:round/>
                      <a:headEnd len="sm" w="sm" type="none"/>
                      <a:tailEnd len="sm" w="sm" type="none"/>
                    </a:lnL>
                    <a:lnR cap="flat" cmpd="sng" w="9525">
                      <a:solidFill>
                        <a:srgbClr val="B7DDE8"/>
                      </a:solidFill>
                      <a:prstDash val="solid"/>
                      <a:round/>
                      <a:headEnd len="sm" w="sm" type="none"/>
                      <a:tailEnd len="sm" w="sm" type="none"/>
                    </a:lnR>
                    <a:lnT cap="flat" cmpd="sng" w="9525">
                      <a:solidFill>
                        <a:srgbClr val="B7DDE8"/>
                      </a:solidFill>
                      <a:prstDash val="solid"/>
                      <a:round/>
                      <a:headEnd len="sm" w="sm" type="none"/>
                      <a:tailEnd len="sm" w="sm" type="none"/>
                    </a:lnT>
                    <a:lnB cap="flat" cmpd="sng" w="9525">
                      <a:solidFill>
                        <a:srgbClr val="B7DDE8"/>
                      </a:solidFill>
                      <a:prstDash val="solid"/>
                      <a:round/>
                      <a:headEnd len="sm" w="sm" type="none"/>
                      <a:tailEnd len="sm" w="sm" type="none"/>
                    </a:lnB>
                  </a:tcPr>
                </a:tc>
                <a:tc>
                  <a:txBody>
                    <a:bodyPr/>
                    <a:lstStyle/>
                    <a:p>
                      <a:pPr indent="0" lvl="0" marL="0" marR="0" rtl="0" algn="ctr">
                        <a:spcBef>
                          <a:spcPts val="0"/>
                        </a:spcBef>
                        <a:spcAft>
                          <a:spcPts val="0"/>
                        </a:spcAft>
                        <a:buClr>
                          <a:srgbClr val="17365D"/>
                        </a:buClr>
                        <a:buSzPts val="2000"/>
                        <a:buFont typeface="Calibri"/>
                        <a:buNone/>
                      </a:pPr>
                      <a:r>
                        <a:rPr b="1" lang="ar-AE" sz="2000" u="none" cap="none" strike="noStrike">
                          <a:solidFill>
                            <a:srgbClr val="17365D"/>
                          </a:solidFill>
                          <a:latin typeface="Calibri"/>
                          <a:ea typeface="Calibri"/>
                          <a:cs typeface="Calibri"/>
                          <a:sym typeface="Calibri"/>
                        </a:rPr>
                        <a:t>Channels(قنوات التوزيع)</a:t>
                      </a:r>
                      <a:endParaRPr b="1" sz="2000" u="none" cap="none" strike="noStrike">
                        <a:latin typeface="Calibri"/>
                        <a:ea typeface="Calibri"/>
                        <a:cs typeface="Calibri"/>
                        <a:sym typeface="Calibri"/>
                      </a:endParaRPr>
                    </a:p>
                    <a:p>
                      <a:pPr indent="-127000" lvl="0" marL="0" marR="0" rtl="1" algn="r">
                        <a:spcBef>
                          <a:spcPts val="0"/>
                        </a:spcBef>
                        <a:spcAft>
                          <a:spcPts val="0"/>
                        </a:spcAft>
                        <a:buClr>
                          <a:schemeClr val="dk1"/>
                        </a:buClr>
                        <a:buSzPts val="2000"/>
                        <a:buFont typeface="Arial"/>
                        <a:buChar char="•"/>
                      </a:pPr>
                      <a:r>
                        <a:rPr b="0" lang="ar-AE" sz="2000" u="none" cap="none" strike="noStrike">
                          <a:latin typeface="Calibri"/>
                          <a:ea typeface="Calibri"/>
                          <a:cs typeface="Calibri"/>
                          <a:sym typeface="Calibri"/>
                        </a:rPr>
                        <a:t>وسائل التواصل الاجتماعي (فيسبوك، إنستجرام، يوتيوب وقابلة للزيادة)</a:t>
                      </a:r>
                      <a:endParaRPr/>
                    </a:p>
                    <a:p>
                      <a:pPr indent="-127000" lvl="0" marL="0" marR="0" rtl="1" algn="r">
                        <a:spcBef>
                          <a:spcPts val="0"/>
                        </a:spcBef>
                        <a:spcAft>
                          <a:spcPts val="0"/>
                        </a:spcAft>
                        <a:buClr>
                          <a:schemeClr val="dk1"/>
                        </a:buClr>
                        <a:buSzPts val="2000"/>
                        <a:buFont typeface="Arial"/>
                        <a:buChar char="•"/>
                      </a:pPr>
                      <a:r>
                        <a:rPr b="0" lang="ar-AE" sz="2000" u="none" cap="none" strike="noStrike">
                          <a:latin typeface="Calibri"/>
                          <a:ea typeface="Calibri"/>
                          <a:cs typeface="Calibri"/>
                          <a:sym typeface="Calibri"/>
                        </a:rPr>
                        <a:t>الشراكات مع المدارس والجمعيات الأهلية</a:t>
                      </a:r>
                      <a:endParaRPr/>
                    </a:p>
                    <a:p>
                      <a:pPr indent="0" lvl="0" marL="0" marR="0" rtl="0" algn="l">
                        <a:spcBef>
                          <a:spcPts val="0"/>
                        </a:spcBef>
                        <a:spcAft>
                          <a:spcPts val="0"/>
                        </a:spcAft>
                        <a:buClr>
                          <a:schemeClr val="dk1"/>
                        </a:buClr>
                        <a:buSzPts val="1800"/>
                        <a:buFont typeface="Arial"/>
                        <a:buNone/>
                      </a:pPr>
                      <a:br>
                        <a:rPr lang="ar-AE" sz="1800" u="none" cap="none" strike="noStrike"/>
                      </a:br>
                      <a:endParaRPr sz="1800" u="none" cap="none" strike="noStrike"/>
                    </a:p>
                  </a:txBody>
                  <a:tcPr marT="45725" marB="45725" marR="68575" marL="68575">
                    <a:lnL cap="flat" cmpd="sng" w="9525">
                      <a:solidFill>
                        <a:srgbClr val="B7DDE8"/>
                      </a:solidFill>
                      <a:prstDash val="solid"/>
                      <a:round/>
                      <a:headEnd len="sm" w="sm" type="none"/>
                      <a:tailEnd len="sm" w="sm" type="none"/>
                    </a:lnL>
                    <a:lnR cap="flat" cmpd="sng" w="9525">
                      <a:solidFill>
                        <a:srgbClr val="B7DDE8"/>
                      </a:solidFill>
                      <a:prstDash val="solid"/>
                      <a:round/>
                      <a:headEnd len="sm" w="sm" type="none"/>
                      <a:tailEnd len="sm" w="sm" type="none"/>
                    </a:lnR>
                    <a:lnT cap="flat" cmpd="sng" w="9525">
                      <a:solidFill>
                        <a:srgbClr val="B7DDE8"/>
                      </a:solidFill>
                      <a:prstDash val="solid"/>
                      <a:round/>
                      <a:headEnd len="sm" w="sm" type="none"/>
                      <a:tailEnd len="sm" w="sm" type="none"/>
                    </a:lnT>
                    <a:lnB cap="flat" cmpd="sng" w="9525">
                      <a:solidFill>
                        <a:srgbClr val="B7DDE8"/>
                      </a:solidFill>
                      <a:prstDash val="solid"/>
                      <a:round/>
                      <a:headEnd len="sm" w="sm" type="none"/>
                      <a:tailEnd len="sm" w="sm" type="none"/>
                    </a:lnB>
                  </a:tcPr>
                </a:tc>
              </a:tr>
              <a:tr h="3002000">
                <a:tc>
                  <a:txBody>
                    <a:bodyPr/>
                    <a:lstStyle/>
                    <a:p>
                      <a:pPr indent="0" lvl="0" marL="0" marR="0" rtl="0" algn="ctr">
                        <a:spcBef>
                          <a:spcPts val="0"/>
                        </a:spcBef>
                        <a:spcAft>
                          <a:spcPts val="0"/>
                        </a:spcAft>
                        <a:buClr>
                          <a:srgbClr val="17365D"/>
                        </a:buClr>
                        <a:buSzPts val="2000"/>
                        <a:buFont typeface="Calibri"/>
                        <a:buNone/>
                      </a:pPr>
                      <a:r>
                        <a:rPr b="1" lang="ar-AE" sz="2000" u="none" cap="none" strike="noStrike">
                          <a:solidFill>
                            <a:srgbClr val="17365D"/>
                          </a:solidFill>
                          <a:latin typeface="Calibri"/>
                          <a:ea typeface="Calibri"/>
                          <a:cs typeface="Calibri"/>
                          <a:sym typeface="Calibri"/>
                        </a:rPr>
                        <a:t>Cost Structure (هيكل التكاليف)</a:t>
                      </a:r>
                      <a:endParaRPr sz="2000" u="none" cap="none" strike="noStrike"/>
                    </a:p>
                    <a:p>
                      <a:pPr indent="-114300" lvl="0" marL="0" marR="0" rtl="1" algn="l">
                        <a:spcBef>
                          <a:spcPts val="0"/>
                        </a:spcBef>
                        <a:spcAft>
                          <a:spcPts val="0"/>
                        </a:spcAft>
                        <a:buClr>
                          <a:schemeClr val="dk1"/>
                        </a:buClr>
                        <a:buSzPts val="1800"/>
                        <a:buFont typeface="Arial"/>
                        <a:buChar char="•"/>
                      </a:pPr>
                      <a:br>
                        <a:rPr lang="ar-AE" sz="1800" u="none" cap="none" strike="noStrike"/>
                      </a:br>
                      <a:endParaRPr sz="1600" u="none" cap="none" strike="noStrike">
                        <a:latin typeface="Calibri"/>
                        <a:ea typeface="Calibri"/>
                        <a:cs typeface="Calibri"/>
                        <a:sym typeface="Calibri"/>
                      </a:endParaRPr>
                    </a:p>
                    <a:p>
                      <a:pPr indent="-101600" lvl="0" marL="0" marR="0" rtl="1" algn="r">
                        <a:spcBef>
                          <a:spcPts val="0"/>
                        </a:spcBef>
                        <a:spcAft>
                          <a:spcPts val="0"/>
                        </a:spcAft>
                        <a:buClr>
                          <a:schemeClr val="dk1"/>
                        </a:buClr>
                        <a:buSzPts val="1600"/>
                        <a:buFont typeface="Arial"/>
                        <a:buChar char="•"/>
                      </a:pPr>
                      <a:r>
                        <a:rPr lang="ar-AE" sz="1600" u="none" cap="none" strike="noStrike">
                          <a:latin typeface="Calibri"/>
                          <a:ea typeface="Calibri"/>
                          <a:cs typeface="Calibri"/>
                          <a:sym typeface="Calibri"/>
                        </a:rPr>
                        <a:t>ا</a:t>
                      </a:r>
                      <a:r>
                        <a:rPr lang="ar-AE" sz="2000" u="none" cap="none" strike="noStrike">
                          <a:latin typeface="Calibri"/>
                          <a:ea typeface="Calibri"/>
                          <a:cs typeface="Calibri"/>
                          <a:sym typeface="Calibri"/>
                        </a:rPr>
                        <a:t>لتسويق والإعلان: حملات إعلانية</a:t>
                      </a:r>
                      <a:endParaRPr/>
                    </a:p>
                    <a:p>
                      <a:pPr indent="-127000" lvl="0" marL="0" marR="0" rtl="1" algn="r">
                        <a:spcBef>
                          <a:spcPts val="1000"/>
                        </a:spcBef>
                        <a:spcAft>
                          <a:spcPts val="0"/>
                        </a:spcAft>
                        <a:buClr>
                          <a:schemeClr val="dk1"/>
                        </a:buClr>
                        <a:buSzPts val="2000"/>
                        <a:buFont typeface="Arial"/>
                        <a:buChar char="•"/>
                      </a:pPr>
                      <a:r>
                        <a:rPr lang="ar-AE" sz="2000" u="none" cap="none" strike="noStrike">
                          <a:latin typeface="Calibri"/>
                          <a:ea typeface="Calibri"/>
                          <a:cs typeface="Calibri"/>
                          <a:sym typeface="Calibri"/>
                        </a:rPr>
                        <a:t>فلوس للدكتور المختص</a:t>
                      </a:r>
                      <a:endParaRPr/>
                    </a:p>
                    <a:p>
                      <a:pPr indent="0" lvl="0" marL="0" marR="0" rtl="0" algn="l">
                        <a:spcBef>
                          <a:spcPts val="1000"/>
                        </a:spcBef>
                        <a:spcAft>
                          <a:spcPts val="0"/>
                        </a:spcAft>
                        <a:buClr>
                          <a:schemeClr val="dk1"/>
                        </a:buClr>
                        <a:buSzPts val="1800"/>
                        <a:buFont typeface="Arial"/>
                        <a:buNone/>
                      </a:pPr>
                      <a:br>
                        <a:rPr lang="ar-AE" sz="1800" u="none" cap="none" strike="noStrike"/>
                      </a:br>
                      <a:br>
                        <a:rPr lang="ar-AE" sz="1800" u="none" cap="none" strike="noStrike"/>
                      </a:br>
                      <a:endParaRPr sz="1800" u="none" cap="none" strike="noStrike"/>
                    </a:p>
                  </a:txBody>
                  <a:tcPr marT="45725" marB="45725" marR="68575" marL="68575">
                    <a:lnL cap="flat" cmpd="sng" w="9525">
                      <a:solidFill>
                        <a:srgbClr val="B7DDE8"/>
                      </a:solidFill>
                      <a:prstDash val="solid"/>
                      <a:round/>
                      <a:headEnd len="sm" w="sm" type="none"/>
                      <a:tailEnd len="sm" w="sm" type="none"/>
                    </a:lnL>
                    <a:lnR cap="flat" cmpd="sng" w="9525">
                      <a:solidFill>
                        <a:srgbClr val="B7DDE8"/>
                      </a:solidFill>
                      <a:prstDash val="solid"/>
                      <a:round/>
                      <a:headEnd len="sm" w="sm" type="none"/>
                      <a:tailEnd len="sm" w="sm" type="none"/>
                    </a:lnR>
                    <a:lnT cap="flat" cmpd="sng" w="9525">
                      <a:solidFill>
                        <a:srgbClr val="B7DDE8"/>
                      </a:solidFill>
                      <a:prstDash val="solid"/>
                      <a:round/>
                      <a:headEnd len="sm" w="sm" type="none"/>
                      <a:tailEnd len="sm" w="sm" type="none"/>
                    </a:lnT>
                    <a:lnB cap="flat" cmpd="sng" w="9525">
                      <a:solidFill>
                        <a:srgbClr val="B7DDE8"/>
                      </a:solidFill>
                      <a:prstDash val="solid"/>
                      <a:round/>
                      <a:headEnd len="sm" w="sm" type="none"/>
                      <a:tailEnd len="sm" w="sm" type="none"/>
                    </a:lnB>
                  </a:tcPr>
                </a:tc>
                <a:tc>
                  <a:txBody>
                    <a:bodyPr/>
                    <a:lstStyle/>
                    <a:p>
                      <a:pPr indent="0" lvl="0" marL="0" marR="0" rtl="0" algn="ctr">
                        <a:spcBef>
                          <a:spcPts val="0"/>
                        </a:spcBef>
                        <a:spcAft>
                          <a:spcPts val="0"/>
                        </a:spcAft>
                        <a:buClr>
                          <a:srgbClr val="17365D"/>
                        </a:buClr>
                        <a:buSzPts val="2000"/>
                        <a:buFont typeface="Calibri"/>
                        <a:buNone/>
                      </a:pPr>
                      <a:r>
                        <a:rPr b="1" lang="ar-AE" sz="2000" u="none" cap="none" strike="noStrike">
                          <a:solidFill>
                            <a:srgbClr val="17365D"/>
                          </a:solidFill>
                          <a:latin typeface="Calibri"/>
                          <a:ea typeface="Calibri"/>
                          <a:cs typeface="Calibri"/>
                          <a:sym typeface="Calibri"/>
                        </a:rPr>
                        <a:t>Revenue Stream(مصادر الإيرادات)</a:t>
                      </a:r>
                      <a:endParaRPr sz="2800" u="none" cap="none" strike="noStrike"/>
                    </a:p>
                    <a:p>
                      <a:pPr indent="-127000" lvl="0" marL="0" marR="0" rtl="1" algn="r">
                        <a:spcBef>
                          <a:spcPts val="0"/>
                        </a:spcBef>
                        <a:spcAft>
                          <a:spcPts val="0"/>
                        </a:spcAft>
                        <a:buClr>
                          <a:schemeClr val="dk1"/>
                        </a:buClr>
                        <a:buSzPts val="2000"/>
                        <a:buFont typeface="Arial"/>
                        <a:buChar char="•"/>
                      </a:pPr>
                      <a:r>
                        <a:rPr lang="ar-AE" sz="2000" u="none" cap="none" strike="noStrike">
                          <a:latin typeface="Calibri"/>
                          <a:ea typeface="Calibri"/>
                          <a:cs typeface="Calibri"/>
                          <a:sym typeface="Calibri"/>
                        </a:rPr>
                        <a:t>منح ودعم حكومي </a:t>
                      </a:r>
                      <a:endParaRPr/>
                    </a:p>
                    <a:p>
                      <a:pPr indent="-127000" lvl="0" marL="0" marR="0" rtl="1" algn="r">
                        <a:spcBef>
                          <a:spcPts val="0"/>
                        </a:spcBef>
                        <a:spcAft>
                          <a:spcPts val="0"/>
                        </a:spcAft>
                        <a:buClr>
                          <a:schemeClr val="dk1"/>
                        </a:buClr>
                        <a:buSzPts val="2000"/>
                        <a:buFont typeface="Arial"/>
                        <a:buChar char="•"/>
                      </a:pPr>
                      <a:r>
                        <a:rPr lang="ar-AE" sz="2000" u="none" cap="none" strike="noStrike">
                          <a:latin typeface="Calibri"/>
                          <a:ea typeface="Calibri"/>
                          <a:cs typeface="Calibri"/>
                          <a:sym typeface="Calibri"/>
                        </a:rPr>
                        <a:t>تبرعات ومساهمات مجتمعية(صعبة حاليا ومرتبطة بقدرتنا على تنفيذ حملات قوية)</a:t>
                      </a:r>
                      <a:endParaRPr/>
                    </a:p>
                    <a:p>
                      <a:pPr indent="0" lvl="0" marL="0" marR="0" rtl="0" algn="l">
                        <a:spcBef>
                          <a:spcPts val="1000"/>
                        </a:spcBef>
                        <a:spcAft>
                          <a:spcPts val="0"/>
                        </a:spcAft>
                        <a:buClr>
                          <a:schemeClr val="dk1"/>
                        </a:buClr>
                        <a:buSzPts val="1800"/>
                        <a:buFont typeface="Arial"/>
                        <a:buNone/>
                      </a:pPr>
                      <a:br>
                        <a:rPr lang="ar-AE" sz="1800" u="none" cap="none" strike="noStrike"/>
                      </a:br>
                      <a:br>
                        <a:rPr lang="ar-AE" sz="1800" u="none" cap="none" strike="noStrike"/>
                      </a:br>
                      <a:br>
                        <a:rPr lang="ar-AE" sz="1800" u="none" cap="none" strike="noStrike"/>
                      </a:br>
                      <a:endParaRPr sz="1800" u="none" cap="none" strike="noStrike"/>
                    </a:p>
                  </a:txBody>
                  <a:tcPr marT="45725" marB="45725" marR="68575" marL="68575">
                    <a:lnL cap="flat" cmpd="sng" w="9525">
                      <a:solidFill>
                        <a:srgbClr val="B7DDE8"/>
                      </a:solidFill>
                      <a:prstDash val="solid"/>
                      <a:round/>
                      <a:headEnd len="sm" w="sm" type="none"/>
                      <a:tailEnd len="sm" w="sm" type="none"/>
                    </a:lnL>
                    <a:lnR cap="flat" cmpd="sng" w="9525">
                      <a:solidFill>
                        <a:srgbClr val="B7DDE8"/>
                      </a:solidFill>
                      <a:prstDash val="solid"/>
                      <a:round/>
                      <a:headEnd len="sm" w="sm" type="none"/>
                      <a:tailEnd len="sm" w="sm" type="none"/>
                    </a:lnR>
                    <a:lnT cap="flat" cmpd="sng" w="9525">
                      <a:solidFill>
                        <a:srgbClr val="B7DDE8"/>
                      </a:solidFill>
                      <a:prstDash val="solid"/>
                      <a:round/>
                      <a:headEnd len="sm" w="sm" type="none"/>
                      <a:tailEnd len="sm" w="sm" type="none"/>
                    </a:lnT>
                    <a:lnB cap="flat" cmpd="sng" w="9525">
                      <a:solidFill>
                        <a:srgbClr val="B7DDE8"/>
                      </a:solidFill>
                      <a:prstDash val="solid"/>
                      <a:round/>
                      <a:headEnd len="sm" w="sm" type="none"/>
                      <a:tailEnd len="sm" w="sm" type="none"/>
                    </a:lnB>
                  </a:tcPr>
                </a:tc>
              </a:tr>
              <a:tr h="1145250">
                <a:tc gridSpan="2">
                  <a:txBody>
                    <a:bodyPr/>
                    <a:lstStyle/>
                    <a:p>
                      <a:pPr indent="0" lvl="0" marL="0" marR="0" rtl="0" algn="ctr">
                        <a:spcBef>
                          <a:spcPts val="0"/>
                        </a:spcBef>
                        <a:spcAft>
                          <a:spcPts val="0"/>
                        </a:spcAft>
                        <a:buClr>
                          <a:srgbClr val="17365D"/>
                        </a:buClr>
                        <a:buSzPts val="2000"/>
                        <a:buFont typeface="Calibri"/>
                        <a:buNone/>
                      </a:pPr>
                      <a:r>
                        <a:rPr b="1" lang="ar-AE" sz="2000" u="none" cap="none" strike="noStrike">
                          <a:solidFill>
                            <a:srgbClr val="17365D"/>
                          </a:solidFill>
                          <a:latin typeface="Calibri"/>
                          <a:ea typeface="Calibri"/>
                          <a:cs typeface="Calibri"/>
                          <a:sym typeface="Calibri"/>
                        </a:rPr>
                        <a:t>Customer Segments(شرائح العملاء)</a:t>
                      </a:r>
                      <a:endParaRPr sz="2000" u="none" cap="none" strike="noStrike">
                        <a:latin typeface="Calibri"/>
                        <a:ea typeface="Calibri"/>
                        <a:cs typeface="Calibri"/>
                        <a:sym typeface="Calibri"/>
                      </a:endParaRPr>
                    </a:p>
                    <a:p>
                      <a:pPr indent="-127000" lvl="0" marL="0" marR="0" rtl="1" algn="r">
                        <a:spcBef>
                          <a:spcPts val="0"/>
                        </a:spcBef>
                        <a:spcAft>
                          <a:spcPts val="0"/>
                        </a:spcAft>
                        <a:buClr>
                          <a:schemeClr val="dk1"/>
                        </a:buClr>
                        <a:buSzPts val="2000"/>
                        <a:buFont typeface="Play"/>
                        <a:buAutoNum type="arabicPeriod"/>
                      </a:pPr>
                      <a:r>
                        <a:rPr lang="ar-AE" sz="2000" u="none" cap="none" strike="noStrike">
                          <a:latin typeface="Calibri"/>
                          <a:ea typeface="Calibri"/>
                          <a:cs typeface="Calibri"/>
                          <a:sym typeface="Calibri"/>
                        </a:rPr>
                        <a:t>الآباء والأمهات (الفئة الأساسية المستهدفة، لتوعيتهم بكيفية التعامل مع إدمان الأطفال للسوشيال ميديا)</a:t>
                      </a:r>
                      <a:endParaRPr/>
                    </a:p>
                    <a:p>
                      <a:pPr indent="-127000" lvl="0" marL="0" marR="0" rtl="1" algn="r">
                        <a:spcBef>
                          <a:spcPts val="0"/>
                        </a:spcBef>
                        <a:spcAft>
                          <a:spcPts val="0"/>
                        </a:spcAft>
                        <a:buClr>
                          <a:schemeClr val="dk1"/>
                        </a:buClr>
                        <a:buSzPts val="2000"/>
                        <a:buFont typeface="Play"/>
                        <a:buAutoNum type="arabicPeriod"/>
                      </a:pPr>
                      <a:r>
                        <a:rPr lang="ar-AE" sz="2000" u="none" cap="none" strike="noStrike">
                          <a:latin typeface="Calibri"/>
                          <a:ea typeface="Calibri"/>
                          <a:cs typeface="Calibri"/>
                          <a:sym typeface="Calibri"/>
                        </a:rPr>
                        <a:t>الأطفال والمراهقون والشباب (المستفيد النهائي من الحد من الاستخدام المفرط للتكنولوجيا ودعم صحتهم النفسية والاجتماعية)</a:t>
                      </a:r>
                      <a:endParaRPr/>
                    </a:p>
                  </a:txBody>
                  <a:tcPr marT="45725" marB="45725" marR="68575" marL="68575">
                    <a:lnL cap="flat" cmpd="sng" w="9525">
                      <a:solidFill>
                        <a:srgbClr val="B7DDE8"/>
                      </a:solidFill>
                      <a:prstDash val="solid"/>
                      <a:round/>
                      <a:headEnd len="sm" w="sm" type="none"/>
                      <a:tailEnd len="sm" w="sm" type="none"/>
                    </a:lnL>
                    <a:lnR cap="flat" cmpd="sng" w="9525">
                      <a:solidFill>
                        <a:srgbClr val="B7DDE8"/>
                      </a:solidFill>
                      <a:prstDash val="solid"/>
                      <a:round/>
                      <a:headEnd len="sm" w="sm" type="none"/>
                      <a:tailEnd len="sm" w="sm" type="none"/>
                    </a:lnR>
                    <a:lnT cap="flat" cmpd="sng" w="9525">
                      <a:solidFill>
                        <a:srgbClr val="B7DDE8"/>
                      </a:solidFill>
                      <a:prstDash val="solid"/>
                      <a:round/>
                      <a:headEnd len="sm" w="sm" type="none"/>
                      <a:tailEnd len="sm" w="sm" type="none"/>
                    </a:lnT>
                    <a:lnB cap="flat" cmpd="sng" w="9525">
                      <a:solidFill>
                        <a:srgbClr val="B7DDE8"/>
                      </a:solidFill>
                      <a:prstDash val="solid"/>
                      <a:round/>
                      <a:headEnd len="sm" w="sm" type="none"/>
                      <a:tailEnd len="sm" w="sm" type="none"/>
                    </a:lnB>
                  </a:tcPr>
                </a:tc>
                <a:tc hMerge="1"/>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2"/>
          <p:cNvSpPr txBox="1"/>
          <p:nvPr/>
        </p:nvSpPr>
        <p:spPr>
          <a:xfrm>
            <a:off x="3703603" y="2797835"/>
            <a:ext cx="5618667"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679D"/>
              </a:buClr>
              <a:buSzPts val="4800"/>
              <a:buFont typeface="Open Sans Light"/>
              <a:buNone/>
            </a:pPr>
            <a:r>
              <a:rPr b="0" i="0" lang="ar-AE" sz="4800" u="none" cap="none" strike="noStrike">
                <a:solidFill>
                  <a:srgbClr val="00679D"/>
                </a:solidFill>
                <a:latin typeface="Open Sans Light"/>
                <a:ea typeface="Open Sans Light"/>
                <a:cs typeface="Open Sans Light"/>
                <a:sym typeface="Open Sans Light"/>
              </a:rPr>
              <a:t>Competitior Analysis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3"/>
          <p:cNvSpPr txBox="1"/>
          <p:nvPr/>
        </p:nvSpPr>
        <p:spPr>
          <a:xfrm>
            <a:off x="3344171" y="267416"/>
            <a:ext cx="4986067" cy="707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679D"/>
              </a:buClr>
              <a:buSzPts val="4000"/>
              <a:buFont typeface="Arial"/>
              <a:buNone/>
            </a:pPr>
            <a:r>
              <a:rPr b="1" i="0" lang="ar-AE" sz="4000" u="none" cap="none" strike="noStrike">
                <a:solidFill>
                  <a:srgbClr val="00679D"/>
                </a:solidFill>
                <a:latin typeface="Arial"/>
                <a:ea typeface="Arial"/>
                <a:cs typeface="Arial"/>
                <a:sym typeface="Arial"/>
              </a:rPr>
              <a:t>Target segments</a:t>
            </a:r>
            <a:endParaRPr b="0" i="0" sz="4000" u="none" cap="none" strike="noStrike">
              <a:solidFill>
                <a:srgbClr val="00679D"/>
              </a:solidFill>
              <a:latin typeface="Open Sans Light"/>
              <a:ea typeface="Open Sans Light"/>
              <a:cs typeface="Open Sans Light"/>
              <a:sym typeface="Open Sans Light"/>
            </a:endParaRPr>
          </a:p>
        </p:txBody>
      </p:sp>
      <p:pic>
        <p:nvPicPr>
          <p:cNvPr descr="A white background with black text and blue text&#10;&#10;AI-generated content may be incorrect." id="201" name="Google Shape;201;p13"/>
          <p:cNvPicPr preferRelativeResize="0"/>
          <p:nvPr/>
        </p:nvPicPr>
        <p:blipFill rotWithShape="1">
          <a:blip r:embed="rId3">
            <a:alphaModFix/>
          </a:blip>
          <a:srcRect b="0" l="0" r="0" t="0"/>
          <a:stretch/>
        </p:blipFill>
        <p:spPr>
          <a:xfrm>
            <a:off x="1670023" y="1456428"/>
            <a:ext cx="8607539" cy="462088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graphicFrame>
        <p:nvGraphicFramePr>
          <p:cNvPr id="207" name="Google Shape;207;p16"/>
          <p:cNvGraphicFramePr/>
          <p:nvPr/>
        </p:nvGraphicFramePr>
        <p:xfrm>
          <a:off x="0" y="122190"/>
          <a:ext cx="3000000" cy="3000000"/>
        </p:xfrm>
        <a:graphic>
          <a:graphicData uri="http://schemas.openxmlformats.org/drawingml/2006/table">
            <a:tbl>
              <a:tblPr bandRow="1">
                <a:noFill/>
                <a:tableStyleId>{84F299B2-7866-4EFB-95E6-AAF9E077ECFF}</a:tableStyleId>
              </a:tblPr>
              <a:tblGrid>
                <a:gridCol w="3048000"/>
                <a:gridCol w="3048000"/>
                <a:gridCol w="3048000"/>
                <a:gridCol w="3048000"/>
              </a:tblGrid>
              <a:tr h="299125">
                <a:tc gridSpan="4">
                  <a:txBody>
                    <a:bodyPr/>
                    <a:lstStyle/>
                    <a:p>
                      <a:pPr indent="0" lvl="0" marL="0" marR="0" rtl="0" algn="ctr">
                        <a:spcBef>
                          <a:spcPts val="0"/>
                        </a:spcBef>
                        <a:spcAft>
                          <a:spcPts val="0"/>
                        </a:spcAft>
                        <a:buClr>
                          <a:schemeClr val="dk1"/>
                        </a:buClr>
                        <a:buSzPts val="2800"/>
                        <a:buFont typeface="Calibri"/>
                        <a:buNone/>
                      </a:pPr>
                      <a:r>
                        <a:rPr b="1" lang="ar-AE" sz="2800" u="none" cap="none" strike="noStrike">
                          <a:latin typeface="Calibri"/>
                          <a:ea typeface="Calibri"/>
                          <a:cs typeface="Calibri"/>
                          <a:sym typeface="Calibri"/>
                        </a:rPr>
                        <a:t>Persona </a:t>
                      </a:r>
                      <a:r>
                        <a:rPr b="1" lang="ar-AE" sz="2800">
                          <a:latin typeface="Calibri"/>
                          <a:ea typeface="Calibri"/>
                          <a:cs typeface="Calibri"/>
                          <a:sym typeface="Calibri"/>
                        </a:rPr>
                        <a:t>1</a:t>
                      </a:r>
                      <a:endParaRPr sz="2400" u="none" cap="none" strike="noStrike"/>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19025">
                      <a:solidFill>
                        <a:srgbClr val="666666"/>
                      </a:solidFill>
                      <a:prstDash val="solid"/>
                      <a:round/>
                      <a:headEnd len="sm" w="sm" type="none"/>
                      <a:tailEnd len="sm" w="sm" type="none"/>
                    </a:lnB>
                  </a:tcPr>
                </a:tc>
                <a:tc hMerge="1"/>
                <a:tc hMerge="1"/>
                <a:tc hMerge="1"/>
              </a:tr>
              <a:tr h="736600">
                <a:tc>
                  <a:txBody>
                    <a:bodyPr/>
                    <a:lstStyle/>
                    <a:p>
                      <a:pPr indent="0" lvl="0" marL="0" marR="0" rtl="0" algn="l">
                        <a:spcBef>
                          <a:spcPts val="0"/>
                        </a:spcBef>
                        <a:spcAft>
                          <a:spcPts val="0"/>
                        </a:spcAft>
                        <a:buClr>
                          <a:schemeClr val="dk1"/>
                        </a:buClr>
                        <a:buSzPts val="1800"/>
                        <a:buFont typeface="Arial"/>
                        <a:buNone/>
                      </a:pPr>
                      <a:br>
                        <a:rPr lang="ar-AE" sz="1800" u="none" cap="none" strike="noStrike"/>
                      </a:br>
                      <a:endParaRPr sz="2400" u="none" cap="none" strike="noStrike"/>
                    </a:p>
                    <a:p>
                      <a:pPr indent="0" lvl="0" marL="0" marR="0" rtl="0" algn="ctr">
                        <a:spcBef>
                          <a:spcPts val="0"/>
                        </a:spcBef>
                        <a:spcAft>
                          <a:spcPts val="0"/>
                        </a:spcAft>
                        <a:buClr>
                          <a:srgbClr val="E8E8E8"/>
                        </a:buClr>
                        <a:buSzPts val="1800"/>
                        <a:buFont typeface="Arial"/>
                        <a:buNone/>
                      </a:pPr>
                      <a:r>
                        <a:rPr b="1" lang="ar-AE" sz="1800" u="none" cap="none" strike="noStrike">
                          <a:solidFill>
                            <a:srgbClr val="E8E8E8"/>
                          </a:solidFill>
                          <a:latin typeface="Arial"/>
                          <a:ea typeface="Arial"/>
                          <a:cs typeface="Arial"/>
                          <a:sym typeface="Arial"/>
                        </a:rPr>
                        <a:t>Background &amp; Demographics</a:t>
                      </a:r>
                      <a:endParaRPr sz="2400" u="none" cap="none" strike="noStrike"/>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19025">
                      <a:solidFill>
                        <a:srgbClr val="666666"/>
                      </a:solidFill>
                      <a:prstDash val="solid"/>
                      <a:round/>
                      <a:headEnd len="sm" w="sm" type="none"/>
                      <a:tailEnd len="sm" w="sm" type="none"/>
                    </a:lnT>
                    <a:lnB cap="flat" cmpd="sng" w="9525">
                      <a:solidFill>
                        <a:srgbClr val="999999"/>
                      </a:solidFill>
                      <a:prstDash val="solid"/>
                      <a:round/>
                      <a:headEnd len="sm" w="sm" type="none"/>
                      <a:tailEnd len="sm" w="sm" type="none"/>
                    </a:lnB>
                    <a:solidFill>
                      <a:srgbClr val="3A3A3A"/>
                    </a:solidFill>
                  </a:tcPr>
                </a:tc>
                <a:tc>
                  <a:txBody>
                    <a:bodyPr/>
                    <a:lstStyle/>
                    <a:p>
                      <a:pPr indent="0" lvl="0" marL="0" marR="0" rtl="0" algn="l">
                        <a:spcBef>
                          <a:spcPts val="0"/>
                        </a:spcBef>
                        <a:spcAft>
                          <a:spcPts val="0"/>
                        </a:spcAft>
                        <a:buClr>
                          <a:schemeClr val="dk1"/>
                        </a:buClr>
                        <a:buSzPts val="1800"/>
                        <a:buFont typeface="Arial"/>
                        <a:buNone/>
                      </a:pPr>
                      <a:br>
                        <a:rPr lang="ar-AE" sz="1800" u="none" cap="none" strike="noStrike"/>
                      </a:br>
                      <a:endParaRPr sz="2400" u="none" cap="none" strike="noStrike"/>
                    </a:p>
                    <a:p>
                      <a:pPr indent="0" lvl="0" marL="0" marR="0" rtl="0" algn="ctr">
                        <a:spcBef>
                          <a:spcPts val="0"/>
                        </a:spcBef>
                        <a:spcAft>
                          <a:spcPts val="0"/>
                        </a:spcAft>
                        <a:buClr>
                          <a:srgbClr val="E8E8E8"/>
                        </a:buClr>
                        <a:buSzPts val="1800"/>
                        <a:buFont typeface="Arial"/>
                        <a:buNone/>
                      </a:pPr>
                      <a:r>
                        <a:rPr b="1" lang="ar-AE" sz="1800" u="none" cap="none" strike="noStrike">
                          <a:solidFill>
                            <a:srgbClr val="E8E8E8"/>
                          </a:solidFill>
                          <a:latin typeface="Arial"/>
                          <a:ea typeface="Arial"/>
                          <a:cs typeface="Arial"/>
                          <a:sym typeface="Arial"/>
                        </a:rPr>
                        <a:t>Target Person name</a:t>
                      </a:r>
                      <a:endParaRPr sz="2400" u="none" cap="none" strike="noStrike"/>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19025">
                      <a:solidFill>
                        <a:srgbClr val="666666"/>
                      </a:solidFill>
                      <a:prstDash val="solid"/>
                      <a:round/>
                      <a:headEnd len="sm" w="sm" type="none"/>
                      <a:tailEnd len="sm" w="sm" type="none"/>
                    </a:lnT>
                    <a:lnB cap="flat" cmpd="sng" w="9525">
                      <a:solidFill>
                        <a:srgbClr val="999999"/>
                      </a:solidFill>
                      <a:prstDash val="solid"/>
                      <a:round/>
                      <a:headEnd len="sm" w="sm" type="none"/>
                      <a:tailEnd len="sm" w="sm" type="none"/>
                    </a:lnB>
                    <a:solidFill>
                      <a:srgbClr val="3A3A3A"/>
                    </a:solidFill>
                  </a:tcPr>
                </a:tc>
                <a:tc>
                  <a:txBody>
                    <a:bodyPr/>
                    <a:lstStyle/>
                    <a:p>
                      <a:pPr indent="0" lvl="0" marL="0" marR="0" rtl="0" algn="l">
                        <a:spcBef>
                          <a:spcPts val="0"/>
                        </a:spcBef>
                        <a:spcAft>
                          <a:spcPts val="0"/>
                        </a:spcAft>
                        <a:buClr>
                          <a:schemeClr val="dk1"/>
                        </a:buClr>
                        <a:buSzPts val="1800"/>
                        <a:buFont typeface="Arial"/>
                        <a:buNone/>
                      </a:pPr>
                      <a:br>
                        <a:rPr lang="ar-AE" sz="1800" u="none" cap="none" strike="noStrike"/>
                      </a:br>
                      <a:endParaRPr sz="2400" u="none" cap="none" strike="noStrike"/>
                    </a:p>
                    <a:p>
                      <a:pPr indent="0" lvl="0" marL="0" marR="0" rtl="0" algn="ctr">
                        <a:spcBef>
                          <a:spcPts val="0"/>
                        </a:spcBef>
                        <a:spcAft>
                          <a:spcPts val="0"/>
                        </a:spcAft>
                        <a:buClr>
                          <a:srgbClr val="E8E8E8"/>
                        </a:buClr>
                        <a:buSzPts val="1800"/>
                        <a:buFont typeface="Arial"/>
                        <a:buNone/>
                      </a:pPr>
                      <a:r>
                        <a:rPr b="1" lang="ar-AE" sz="1800" u="none" cap="none" strike="noStrike">
                          <a:solidFill>
                            <a:srgbClr val="E8E8E8"/>
                          </a:solidFill>
                          <a:latin typeface="Arial"/>
                          <a:ea typeface="Arial"/>
                          <a:cs typeface="Arial"/>
                          <a:sym typeface="Arial"/>
                        </a:rPr>
                        <a:t>Needs</a:t>
                      </a:r>
                      <a:endParaRPr sz="2400" u="none" cap="none" strike="noStrike"/>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19025">
                      <a:solidFill>
                        <a:srgbClr val="666666"/>
                      </a:solidFill>
                      <a:prstDash val="solid"/>
                      <a:round/>
                      <a:headEnd len="sm" w="sm" type="none"/>
                      <a:tailEnd len="sm" w="sm" type="none"/>
                    </a:lnT>
                    <a:lnB cap="flat" cmpd="sng" w="9525">
                      <a:solidFill>
                        <a:srgbClr val="999999"/>
                      </a:solidFill>
                      <a:prstDash val="solid"/>
                      <a:round/>
                      <a:headEnd len="sm" w="sm" type="none"/>
                      <a:tailEnd len="sm" w="sm" type="none"/>
                    </a:lnB>
                    <a:solidFill>
                      <a:srgbClr val="3A3A3A"/>
                    </a:solidFill>
                  </a:tcPr>
                </a:tc>
                <a:tc>
                  <a:txBody>
                    <a:bodyPr/>
                    <a:lstStyle/>
                    <a:p>
                      <a:pPr indent="0" lvl="0" marL="0" marR="0" rtl="0" algn="l">
                        <a:spcBef>
                          <a:spcPts val="0"/>
                        </a:spcBef>
                        <a:spcAft>
                          <a:spcPts val="0"/>
                        </a:spcAft>
                        <a:buClr>
                          <a:schemeClr val="dk1"/>
                        </a:buClr>
                        <a:buSzPts val="1800"/>
                        <a:buFont typeface="Arial"/>
                        <a:buNone/>
                      </a:pPr>
                      <a:br>
                        <a:rPr lang="ar-AE" sz="1800" u="none" cap="none" strike="noStrike"/>
                      </a:br>
                      <a:endParaRPr sz="2400" u="none" cap="none" strike="noStrike"/>
                    </a:p>
                    <a:p>
                      <a:pPr indent="0" lvl="0" marL="0" marR="0" rtl="0" algn="ctr">
                        <a:spcBef>
                          <a:spcPts val="0"/>
                        </a:spcBef>
                        <a:spcAft>
                          <a:spcPts val="0"/>
                        </a:spcAft>
                        <a:buClr>
                          <a:srgbClr val="E8E8E8"/>
                        </a:buClr>
                        <a:buSzPts val="1800"/>
                        <a:buFont typeface="Arial"/>
                        <a:buNone/>
                      </a:pPr>
                      <a:r>
                        <a:rPr b="1" lang="ar-AE" sz="1800" u="none" cap="none" strike="noStrike">
                          <a:solidFill>
                            <a:srgbClr val="E8E8E8"/>
                          </a:solidFill>
                          <a:latin typeface="Arial"/>
                          <a:ea typeface="Arial"/>
                          <a:cs typeface="Arial"/>
                          <a:sym typeface="Arial"/>
                        </a:rPr>
                        <a:t>Objections</a:t>
                      </a:r>
                      <a:endParaRPr sz="2400" u="none" cap="none" strike="noStrike"/>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19025">
                      <a:solidFill>
                        <a:srgbClr val="666666"/>
                      </a:solidFill>
                      <a:prstDash val="solid"/>
                      <a:round/>
                      <a:headEnd len="sm" w="sm" type="none"/>
                      <a:tailEnd len="sm" w="sm" type="none"/>
                    </a:lnT>
                    <a:lnB cap="flat" cmpd="sng" w="9525">
                      <a:solidFill>
                        <a:srgbClr val="999999"/>
                      </a:solidFill>
                      <a:prstDash val="solid"/>
                      <a:round/>
                      <a:headEnd len="sm" w="sm" type="none"/>
                      <a:tailEnd len="sm" w="sm" type="none"/>
                    </a:lnB>
                    <a:solidFill>
                      <a:srgbClr val="3A3A3A"/>
                    </a:solidFill>
                  </a:tcPr>
                </a:tc>
              </a:tr>
              <a:tr h="736600">
                <a:tc>
                  <a:txBody>
                    <a:bodyPr/>
                    <a:lstStyle/>
                    <a:p>
                      <a:pPr indent="0" lvl="0" marL="0" marR="0" rtl="0" algn="l">
                        <a:spcBef>
                          <a:spcPts val="0"/>
                        </a:spcBef>
                        <a:spcAft>
                          <a:spcPts val="0"/>
                        </a:spcAft>
                        <a:buClr>
                          <a:schemeClr val="dk1"/>
                        </a:buClr>
                        <a:buSzPts val="1800"/>
                        <a:buFont typeface="Arial"/>
                        <a:buNone/>
                      </a:pPr>
                      <a:br>
                        <a:rPr lang="ar-AE" sz="1800" u="none" cap="none" strike="noStrike"/>
                      </a:br>
                      <a:endParaRPr sz="2400" u="none" cap="none" strike="noStrike"/>
                    </a:p>
                    <a:p>
                      <a:pPr indent="0" lvl="0" marL="228600" marR="0" rtl="0" algn="ctr">
                        <a:spcBef>
                          <a:spcPts val="0"/>
                        </a:spcBef>
                        <a:spcAft>
                          <a:spcPts val="0"/>
                        </a:spcAft>
                        <a:buClr>
                          <a:schemeClr val="dk1"/>
                        </a:buClr>
                        <a:buSzPts val="1800"/>
                        <a:buFont typeface="Arial"/>
                        <a:buNone/>
                      </a:pPr>
                      <a:r>
                        <a:rPr b="1" lang="ar-AE" sz="1800" u="none" cap="none" strike="noStrike">
                          <a:latin typeface="Arial"/>
                          <a:ea typeface="Arial"/>
                          <a:cs typeface="Arial"/>
                          <a:sym typeface="Arial"/>
                        </a:rPr>
                        <a:t>ذكر</a:t>
                      </a:r>
                      <a:endParaRPr sz="2400" u="none" cap="none" strike="noStrike"/>
                    </a:p>
                    <a:p>
                      <a:pPr indent="0" lvl="0" marL="228600" marR="0" rtl="0" algn="ctr">
                        <a:spcBef>
                          <a:spcPts val="0"/>
                        </a:spcBef>
                        <a:spcAft>
                          <a:spcPts val="0"/>
                        </a:spcAft>
                        <a:buClr>
                          <a:schemeClr val="dk1"/>
                        </a:buClr>
                        <a:buSzPts val="1800"/>
                        <a:buFont typeface="Arial"/>
                        <a:buNone/>
                      </a:pPr>
                      <a:r>
                        <a:rPr b="1" lang="ar-AE" sz="1800" u="none" cap="none" strike="noStrike">
                          <a:latin typeface="Arial"/>
                          <a:ea typeface="Arial"/>
                          <a:cs typeface="Arial"/>
                          <a:sym typeface="Arial"/>
                        </a:rPr>
                        <a:t>6-12</a:t>
                      </a:r>
                      <a:endParaRPr sz="2400" u="none" cap="none" strike="noStrike"/>
                    </a:p>
                    <a:p>
                      <a:pPr indent="0" lvl="0" marL="228600" marR="0" rtl="0" algn="ctr">
                        <a:spcBef>
                          <a:spcPts val="0"/>
                        </a:spcBef>
                        <a:spcAft>
                          <a:spcPts val="0"/>
                        </a:spcAft>
                        <a:buClr>
                          <a:schemeClr val="dk1"/>
                        </a:buClr>
                        <a:buSzPts val="1800"/>
                        <a:buFont typeface="Arial"/>
                        <a:buNone/>
                      </a:pPr>
                      <a:r>
                        <a:rPr b="1" lang="ar-AE" sz="1800" u="none" cap="none" strike="noStrike">
                          <a:latin typeface="Arial"/>
                          <a:ea typeface="Arial"/>
                          <a:cs typeface="Arial"/>
                          <a:sym typeface="Arial"/>
                        </a:rPr>
                        <a:t>مرحلة الابتدائي</a:t>
                      </a:r>
                      <a:endParaRPr sz="2400" u="none" cap="none" strike="noStrike"/>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Arial"/>
                        <a:buNone/>
                      </a:pPr>
                      <a:br>
                        <a:rPr lang="ar-AE" sz="1800" u="none" cap="none" strike="noStrike"/>
                      </a:br>
                      <a:endParaRPr sz="2400" u="none" cap="none" strike="noStrike"/>
                    </a:p>
                    <a:p>
                      <a:pPr indent="0" lvl="0" marL="0" marR="0" rtl="0" algn="ctr">
                        <a:spcBef>
                          <a:spcPts val="0"/>
                        </a:spcBef>
                        <a:spcAft>
                          <a:spcPts val="0"/>
                        </a:spcAft>
                        <a:buClr>
                          <a:schemeClr val="dk1"/>
                        </a:buClr>
                        <a:buSzPts val="1800"/>
                        <a:buFont typeface="Arial"/>
                        <a:buNone/>
                      </a:pPr>
                      <a:r>
                        <a:rPr b="1" lang="ar-AE" sz="1800" u="none" cap="none" strike="noStrike">
                          <a:latin typeface="Arial"/>
                          <a:ea typeface="Arial"/>
                          <a:cs typeface="Arial"/>
                          <a:sym typeface="Arial"/>
                        </a:rPr>
                        <a:t>سامي اكرم</a:t>
                      </a:r>
                      <a:endParaRPr sz="2400" u="none" cap="none" strike="noStrike"/>
                    </a:p>
                    <a:p>
                      <a:pPr indent="0" lvl="0" marL="0" marR="0" rtl="0" algn="l">
                        <a:spcBef>
                          <a:spcPts val="0"/>
                        </a:spcBef>
                        <a:spcAft>
                          <a:spcPts val="0"/>
                        </a:spcAft>
                        <a:buClr>
                          <a:schemeClr val="dk1"/>
                        </a:buClr>
                        <a:buSzPts val="1800"/>
                        <a:buFont typeface="Arial"/>
                        <a:buNone/>
                      </a:pPr>
                      <a:br>
                        <a:rPr lang="ar-AE" sz="1800" u="none" cap="none" strike="noStrike"/>
                      </a:br>
                      <a:br>
                        <a:rPr lang="ar-AE" sz="1800" u="none" cap="none" strike="noStrike"/>
                      </a:br>
                      <a:endParaRPr sz="2400" u="none" cap="none" strike="noStrike"/>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Arial"/>
                        <a:buNone/>
                      </a:pPr>
                      <a:r>
                        <a:rPr lang="ar-AE" sz="1800" u="none" cap="none" strike="noStrike">
                          <a:latin typeface="Arial"/>
                          <a:ea typeface="Arial"/>
                          <a:cs typeface="Arial"/>
                          <a:sym typeface="Arial"/>
                        </a:rPr>
                        <a:t>    </a:t>
                      </a:r>
                      <a:r>
                        <a:rPr lang="ar-AE" sz="1800" u="none" cap="none" strike="noStrike">
                          <a:latin typeface="Arial"/>
                          <a:ea typeface="Arial"/>
                          <a:cs typeface="Arial"/>
                          <a:sym typeface="Arial"/>
                        </a:rPr>
                        <a:t> </a:t>
                      </a:r>
                      <a:r>
                        <a:rPr lang="ar-AE" sz="1800" u="none" cap="none" strike="noStrike">
                          <a:latin typeface="Arial"/>
                          <a:ea typeface="Arial"/>
                          <a:cs typeface="Arial"/>
                          <a:sym typeface="Arial"/>
                        </a:rPr>
                        <a:t>محتوي ترفيهي بديل عن الموبا</a:t>
                      </a:r>
                      <a:r>
                        <a:rPr lang="ar-AE" sz="1800">
                          <a:latin typeface="Arial"/>
                          <a:ea typeface="Arial"/>
                          <a:cs typeface="Arial"/>
                          <a:sym typeface="Arial"/>
                        </a:rPr>
                        <a:t>يل</a:t>
                      </a:r>
                      <a:endParaRPr sz="2400" u="none" cap="none" strike="noStrike">
                        <a:latin typeface="Arial"/>
                        <a:ea typeface="Arial"/>
                        <a:cs typeface="Arial"/>
                        <a:sym typeface="Arial"/>
                      </a:endParaRPr>
                    </a:p>
                    <a:p>
                      <a:pPr indent="0" lvl="0" marL="0" marR="0" rtl="0" algn="ct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 انشطة جماعية مع الاهل </a:t>
                      </a:r>
                      <a:endParaRPr sz="2400" u="none" cap="none" strike="noStrike"/>
                    </a:p>
                    <a:p>
                      <a:pPr indent="0" lvl="0" marL="0" marR="0" rtl="0" algn="ct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 قواعد لاستخدام الموبايلات بوقت محدد</a:t>
                      </a:r>
                      <a:endParaRPr sz="2400" u="none" cap="none" strike="noStrike"/>
                    </a:p>
                  </a:txBody>
                  <a:tcPr marT="45725" marB="45725" marR="68575" marL="68575"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marR="0" rtl="1" algn="r">
                        <a:spcBef>
                          <a:spcPts val="0"/>
                        </a:spcBef>
                        <a:spcAft>
                          <a:spcPts val="0"/>
                        </a:spcAft>
                        <a:buClr>
                          <a:schemeClr val="dk1"/>
                        </a:buClr>
                        <a:buSzPts val="1800"/>
                        <a:buFont typeface="Arial"/>
                        <a:buNone/>
                      </a:pPr>
                      <a:r>
                        <a:rPr lang="ar-AE" sz="1800">
                          <a:latin typeface="Arial"/>
                          <a:ea typeface="Arial"/>
                          <a:cs typeface="Arial"/>
                          <a:sym typeface="Arial"/>
                        </a:rPr>
                        <a:t>  </a:t>
                      </a:r>
                      <a:endParaRPr sz="1800">
                        <a:latin typeface="Arial"/>
                        <a:ea typeface="Arial"/>
                        <a:cs typeface="Arial"/>
                        <a:sym typeface="Arial"/>
                      </a:endParaRPr>
                    </a:p>
                    <a:p>
                      <a:pPr indent="0" lvl="0" marL="0" marR="0" rtl="1" algn="r">
                        <a:spcBef>
                          <a:spcPts val="0"/>
                        </a:spcBef>
                        <a:spcAft>
                          <a:spcPts val="0"/>
                        </a:spcAft>
                        <a:buClr>
                          <a:schemeClr val="dk1"/>
                        </a:buClr>
                        <a:buSzPts val="1800"/>
                        <a:buFont typeface="Arial"/>
                        <a:buNone/>
                      </a:pPr>
                      <a:r>
                        <a:t/>
                      </a:r>
                      <a:endParaRPr sz="1800">
                        <a:latin typeface="Arial"/>
                        <a:ea typeface="Arial"/>
                        <a:cs typeface="Arial"/>
                        <a:sym typeface="Arial"/>
                      </a:endParaRPr>
                    </a:p>
                    <a:p>
                      <a:pPr indent="0" lvl="0" marL="0" marR="0" rtl="1" algn="r">
                        <a:spcBef>
                          <a:spcPts val="0"/>
                        </a:spcBef>
                        <a:spcAft>
                          <a:spcPts val="0"/>
                        </a:spcAft>
                        <a:buClr>
                          <a:schemeClr val="dk1"/>
                        </a:buClr>
                        <a:buSzPts val="1800"/>
                        <a:buFont typeface="Arial"/>
                        <a:buNone/>
                      </a:pPr>
                      <a:r>
                        <a:rPr lang="ar-AE" sz="1800">
                          <a:latin typeface="Arial"/>
                          <a:ea typeface="Arial"/>
                          <a:cs typeface="Arial"/>
                          <a:sym typeface="Arial"/>
                        </a:rPr>
                        <a:t>     </a:t>
                      </a:r>
                      <a:r>
                        <a:rPr lang="ar-AE" sz="1800" u="none" cap="none" strike="noStrike">
                          <a:latin typeface="Arial"/>
                          <a:ea typeface="Arial"/>
                          <a:cs typeface="Arial"/>
                          <a:sym typeface="Arial"/>
                        </a:rPr>
                        <a:t>انا زهقان من غير الموبايل </a:t>
                      </a:r>
                      <a:endParaRPr sz="1800">
                        <a:latin typeface="Arial"/>
                        <a:ea typeface="Arial"/>
                        <a:cs typeface="Arial"/>
                        <a:sym typeface="Arial"/>
                      </a:endParaRPr>
                    </a:p>
                    <a:p>
                      <a:pPr indent="0" lvl="0" marL="0" marR="0" rtl="0" algn="ct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 كل صحابي عندهم العاب وموبايلات</a:t>
                      </a:r>
                      <a:endParaRPr sz="2400" u="none" cap="none" strike="noStrike"/>
                    </a:p>
                    <a:p>
                      <a:pPr indent="0" lvl="0" marL="324483" marR="0" rtl="0" algn="ct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 اخلص اللعبه دي  واسيبه</a:t>
                      </a:r>
                      <a:endParaRPr sz="2400" u="none" cap="none" strike="noStrike"/>
                    </a:p>
                    <a:p>
                      <a:pPr indent="0" lvl="0" marL="0" marR="0" rtl="0" algn="l">
                        <a:spcBef>
                          <a:spcPts val="0"/>
                        </a:spcBef>
                        <a:spcAft>
                          <a:spcPts val="0"/>
                        </a:spcAft>
                        <a:buClr>
                          <a:schemeClr val="dk1"/>
                        </a:buClr>
                        <a:buSzPts val="1800"/>
                        <a:buFont typeface="Arial"/>
                        <a:buNone/>
                      </a:pPr>
                      <a:br>
                        <a:rPr lang="ar-AE" sz="1800" u="none" cap="none" strike="noStrike"/>
                      </a:br>
                      <a:endParaRPr sz="2400" u="none" cap="none" strike="noStrike"/>
                    </a:p>
                  </a:txBody>
                  <a:tcPr marT="45725" marB="45725" marR="68575" marL="68575"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r>
              <a:tr h="736600">
                <a:tc>
                  <a:txBody>
                    <a:bodyPr/>
                    <a:lstStyle/>
                    <a:p>
                      <a:pPr indent="0" lvl="0" marL="0" marR="0" rtl="0" algn="l">
                        <a:spcBef>
                          <a:spcPts val="0"/>
                        </a:spcBef>
                        <a:spcAft>
                          <a:spcPts val="0"/>
                        </a:spcAft>
                        <a:buClr>
                          <a:schemeClr val="dk1"/>
                        </a:buClr>
                        <a:buSzPts val="1800"/>
                        <a:buFont typeface="Arial"/>
                        <a:buNone/>
                      </a:pPr>
                      <a:br>
                        <a:rPr lang="ar-AE" sz="1800" u="none" cap="none" strike="noStrike"/>
                      </a:br>
                      <a:endParaRPr sz="2400" u="none" cap="none" strike="noStrike"/>
                    </a:p>
                    <a:p>
                      <a:pPr indent="0" lvl="0" marL="0" marR="0" rtl="0" algn="ctr">
                        <a:spcBef>
                          <a:spcPts val="0"/>
                        </a:spcBef>
                        <a:spcAft>
                          <a:spcPts val="0"/>
                        </a:spcAft>
                        <a:buClr>
                          <a:srgbClr val="FFFFFF"/>
                        </a:buClr>
                        <a:buSzPts val="1800"/>
                        <a:buFont typeface="Arial"/>
                        <a:buNone/>
                      </a:pPr>
                      <a:r>
                        <a:rPr b="1" lang="ar-AE" sz="1800" u="none" cap="none" strike="noStrike">
                          <a:solidFill>
                            <a:srgbClr val="FFFFFF"/>
                          </a:solidFill>
                          <a:latin typeface="Arial"/>
                          <a:ea typeface="Arial"/>
                          <a:cs typeface="Arial"/>
                          <a:sym typeface="Arial"/>
                        </a:rPr>
                        <a:t>Interest</a:t>
                      </a:r>
                      <a:endParaRPr sz="2400" u="none" cap="none" strike="noStrike"/>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3A3A3A"/>
                    </a:solidFill>
                  </a:tcPr>
                </a:tc>
                <a:tc>
                  <a:txBody>
                    <a:bodyPr/>
                    <a:lstStyle/>
                    <a:p>
                      <a:pPr indent="0" lvl="0" marL="0" marR="0" rtl="0" algn="l">
                        <a:spcBef>
                          <a:spcPts val="0"/>
                        </a:spcBef>
                        <a:spcAft>
                          <a:spcPts val="0"/>
                        </a:spcAft>
                        <a:buClr>
                          <a:schemeClr val="dk1"/>
                        </a:buClr>
                        <a:buSzPts val="1800"/>
                        <a:buFont typeface="Arial"/>
                        <a:buNone/>
                      </a:pPr>
                      <a:br>
                        <a:rPr lang="ar-AE" sz="1800" u="none" cap="none" strike="noStrike"/>
                      </a:br>
                      <a:endParaRPr sz="2400" u="none" cap="none" strike="noStrike"/>
                    </a:p>
                    <a:p>
                      <a:pPr indent="0" lvl="0" marL="0" marR="0" rtl="0" algn="ctr">
                        <a:spcBef>
                          <a:spcPts val="0"/>
                        </a:spcBef>
                        <a:spcAft>
                          <a:spcPts val="0"/>
                        </a:spcAft>
                        <a:buClr>
                          <a:srgbClr val="FFFFFF"/>
                        </a:buClr>
                        <a:buSzPts val="1800"/>
                        <a:buFont typeface="Arial"/>
                        <a:buNone/>
                      </a:pPr>
                      <a:r>
                        <a:rPr b="1" lang="ar-AE" sz="1800" u="none" cap="none" strike="noStrike">
                          <a:solidFill>
                            <a:srgbClr val="FFFFFF"/>
                          </a:solidFill>
                          <a:latin typeface="Arial"/>
                          <a:ea typeface="Arial"/>
                          <a:cs typeface="Arial"/>
                          <a:sym typeface="Arial"/>
                        </a:rPr>
                        <a:t>Goals</a:t>
                      </a:r>
                      <a:endParaRPr sz="2400" u="none" cap="none" strike="noStrike"/>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3A3A3A"/>
                    </a:solidFill>
                  </a:tcPr>
                </a:tc>
                <a:tc>
                  <a:txBody>
                    <a:bodyPr/>
                    <a:lstStyle/>
                    <a:p>
                      <a:pPr indent="0" lvl="0" marL="0" marR="0" rtl="0" algn="l">
                        <a:spcBef>
                          <a:spcPts val="0"/>
                        </a:spcBef>
                        <a:spcAft>
                          <a:spcPts val="0"/>
                        </a:spcAft>
                        <a:buClr>
                          <a:schemeClr val="dk1"/>
                        </a:buClr>
                        <a:buSzPts val="1800"/>
                        <a:buFont typeface="Arial"/>
                        <a:buNone/>
                      </a:pPr>
                      <a:br>
                        <a:rPr lang="ar-AE" sz="1800" u="none" cap="none" strike="noStrike"/>
                      </a:br>
                      <a:endParaRPr sz="2400" u="none" cap="none" strike="noStrike"/>
                    </a:p>
                    <a:p>
                      <a:pPr indent="0" lvl="0" marL="0" marR="0" rtl="0" algn="ctr">
                        <a:spcBef>
                          <a:spcPts val="0"/>
                        </a:spcBef>
                        <a:spcAft>
                          <a:spcPts val="0"/>
                        </a:spcAft>
                        <a:buClr>
                          <a:srgbClr val="FFFFFF"/>
                        </a:buClr>
                        <a:buSzPts val="1800"/>
                        <a:buFont typeface="Arial"/>
                        <a:buNone/>
                      </a:pPr>
                      <a:r>
                        <a:rPr b="1" lang="ar-AE" sz="1800" u="none" cap="none" strike="noStrike">
                          <a:solidFill>
                            <a:srgbClr val="FFFFFF"/>
                          </a:solidFill>
                          <a:latin typeface="Arial"/>
                          <a:ea typeface="Arial"/>
                          <a:cs typeface="Arial"/>
                          <a:sym typeface="Arial"/>
                        </a:rPr>
                        <a:t>Barriers</a:t>
                      </a:r>
                      <a:endParaRPr sz="2400" u="none" cap="none" strike="noStrike"/>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3A3A3A"/>
                    </a:solidFill>
                  </a:tcPr>
                </a:tc>
                <a:tc>
                  <a:txBody>
                    <a:bodyPr/>
                    <a:lstStyle/>
                    <a:p>
                      <a:pPr indent="0" lvl="0" marL="0" marR="0" rtl="0" algn="l">
                        <a:spcBef>
                          <a:spcPts val="0"/>
                        </a:spcBef>
                        <a:spcAft>
                          <a:spcPts val="0"/>
                        </a:spcAft>
                        <a:buClr>
                          <a:schemeClr val="dk1"/>
                        </a:buClr>
                        <a:buSzPts val="1800"/>
                        <a:buFont typeface="Arial"/>
                        <a:buNone/>
                      </a:pPr>
                      <a:br>
                        <a:rPr lang="ar-AE" sz="1800" u="none" cap="none" strike="noStrike"/>
                      </a:br>
                      <a:endParaRPr sz="2400" u="none" cap="none" strike="noStrike"/>
                    </a:p>
                    <a:p>
                      <a:pPr indent="0" lvl="0" marL="0" marR="0" rtl="0" algn="ctr">
                        <a:spcBef>
                          <a:spcPts val="0"/>
                        </a:spcBef>
                        <a:spcAft>
                          <a:spcPts val="0"/>
                        </a:spcAft>
                        <a:buClr>
                          <a:srgbClr val="FFFFFF"/>
                        </a:buClr>
                        <a:buSzPts val="1800"/>
                        <a:buFont typeface="Arial"/>
                        <a:buNone/>
                      </a:pPr>
                      <a:r>
                        <a:rPr b="1" lang="ar-AE" sz="1800" u="none" cap="none" strike="noStrike">
                          <a:solidFill>
                            <a:srgbClr val="FFFFFF"/>
                          </a:solidFill>
                          <a:latin typeface="Arial"/>
                          <a:ea typeface="Arial"/>
                          <a:cs typeface="Arial"/>
                          <a:sym typeface="Arial"/>
                        </a:rPr>
                        <a:t>Identifiers</a:t>
                      </a:r>
                      <a:endParaRPr sz="2400" u="none" cap="none" strike="noStrike"/>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3A3A3A"/>
                    </a:solidFill>
                  </a:tcPr>
                </a:tc>
              </a:tr>
              <a:tr h="1313175">
                <a:tc>
                  <a:txBody>
                    <a:bodyPr/>
                    <a:lstStyle/>
                    <a:p>
                      <a:pPr indent="0" lvl="0" marL="0" marR="0" rtl="1" algn="ctr">
                        <a:spcBef>
                          <a:spcPts val="0"/>
                        </a:spcBef>
                        <a:spcAft>
                          <a:spcPts val="0"/>
                        </a:spcAft>
                        <a:buNone/>
                      </a:pPr>
                      <a:r>
                        <a:rPr b="0" lang="ar-AE" sz="1600" u="none" cap="none" strike="noStrike">
                          <a:latin typeface="Consolas"/>
                          <a:ea typeface="Consolas"/>
                          <a:cs typeface="Consolas"/>
                          <a:sym typeface="Consolas"/>
                        </a:rPr>
                        <a:t>ألعاب الموبايلfreefire– مشاهدة كرتون -  يوتيوب – العب كره القدم</a:t>
                      </a:r>
                      <a:endParaRPr b="0" sz="2400" u="none" cap="none" strike="noStrike"/>
                    </a:p>
                    <a:p>
                      <a:pPr indent="0" lvl="0" marL="0" marR="0" rtl="0" algn="l">
                        <a:spcBef>
                          <a:spcPts val="0"/>
                        </a:spcBef>
                        <a:spcAft>
                          <a:spcPts val="0"/>
                        </a:spcAft>
                        <a:buNone/>
                      </a:pPr>
                      <a:br>
                        <a:rPr lang="ar-AE" sz="1800" u="none" cap="none" strike="noStrike"/>
                      </a:br>
                      <a:endParaRPr sz="2400" u="none" cap="none" strike="noStrike"/>
                    </a:p>
                  </a:txBody>
                  <a:tcPr marT="45725" marB="45725" marR="68575" marL="68575"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 اللعب والترفيه بعيد عن الموبايل </a:t>
                      </a:r>
                      <a:endParaRPr sz="2400" u="none" cap="none" strike="noStrike">
                        <a:latin typeface="Arial"/>
                        <a:ea typeface="Arial"/>
                        <a:cs typeface="Arial"/>
                        <a:sym typeface="Arial"/>
                      </a:endParaRPr>
                    </a:p>
                    <a:p>
                      <a:pPr indent="0" lvl="0" marL="0" marR="0" rtl="0" algn="ct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تنميه مهارات جديده </a:t>
                      </a:r>
                      <a:r>
                        <a:rPr lang="ar-AE" sz="1800">
                          <a:latin typeface="Arial"/>
                          <a:ea typeface="Arial"/>
                          <a:cs typeface="Arial"/>
                          <a:sym typeface="Arial"/>
                        </a:rPr>
                        <a:t>ـ</a:t>
                      </a:r>
                      <a:r>
                        <a:rPr lang="ar-AE" sz="1800" u="none" cap="none" strike="noStrike">
                          <a:latin typeface="Arial"/>
                          <a:ea typeface="Arial"/>
                          <a:cs typeface="Arial"/>
                          <a:sym typeface="Arial"/>
                        </a:rPr>
                        <a:t>رسم - </a:t>
                      </a:r>
                      <a:r>
                        <a:rPr lang="ar-AE" sz="1800">
                          <a:latin typeface="Arial"/>
                          <a:ea typeface="Arial"/>
                          <a:cs typeface="Arial"/>
                          <a:sym typeface="Arial"/>
                        </a:rPr>
                        <a:t>رياضة</a:t>
                      </a:r>
                      <a:r>
                        <a:rPr lang="ar-AE" sz="1800" u="none" cap="none" strike="noStrike">
                          <a:latin typeface="Arial"/>
                          <a:ea typeface="Arial"/>
                          <a:cs typeface="Arial"/>
                          <a:sym typeface="Arial"/>
                        </a:rPr>
                        <a:t>)</a:t>
                      </a:r>
                      <a:endParaRPr sz="2400" u="none" cap="none" strike="noStrike"/>
                    </a:p>
                    <a:p>
                      <a:pPr indent="0" lvl="0" marL="0" marR="0" rtl="1" algn="ct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    تكوين صداقات في </a:t>
                      </a:r>
                      <a:r>
                        <a:rPr lang="ar-AE" sz="1800">
                          <a:latin typeface="Arial"/>
                          <a:ea typeface="Arial"/>
                          <a:cs typeface="Arial"/>
                          <a:sym typeface="Arial"/>
                        </a:rPr>
                        <a:t>المدرسة</a:t>
                      </a:r>
                      <a:r>
                        <a:rPr lang="ar-AE" sz="1800" u="none" cap="none" strike="noStrike">
                          <a:latin typeface="Arial"/>
                          <a:ea typeface="Arial"/>
                          <a:cs typeface="Arial"/>
                          <a:sym typeface="Arial"/>
                        </a:rPr>
                        <a:t> </a:t>
                      </a:r>
                      <a:endParaRPr sz="2400" u="none" cap="none" strike="noStrike"/>
                    </a:p>
                    <a:p>
                      <a:pPr indent="0" lvl="0" marL="0" marR="0" rtl="1" algn="ct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 المشاركة مع الاهل وقت اللعب)</a:t>
                      </a:r>
                      <a:endParaRPr sz="2400" u="none" cap="none" strike="noStrike"/>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 اعتبار الموبايل وسيلة التسلية الاساسية </a:t>
                      </a:r>
                      <a:endParaRPr sz="2400" u="none" cap="none" strike="noStrike">
                        <a:latin typeface="Arial"/>
                        <a:ea typeface="Arial"/>
                        <a:cs typeface="Arial"/>
                        <a:sym typeface="Arial"/>
                      </a:endParaRPr>
                    </a:p>
                    <a:p>
                      <a:pPr indent="0" lvl="0" marL="0" marR="0" rtl="0" algn="ct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صعوبه اقناع الطفل بأن فيه بدايل ممتعة زي الالعاب</a:t>
                      </a:r>
                      <a:endParaRPr sz="2400" u="none" cap="none" strike="noStrike"/>
                    </a:p>
                    <a:p>
                      <a:pPr indent="0" lvl="0" marL="0" marR="0" rtl="0" algn="ct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قلة وعي بعض الاهالي بخطورة الموبايل علي تركيز الطفل ونومه</a:t>
                      </a:r>
                      <a:endParaRPr sz="2400" u="none" cap="none" strike="noStrike"/>
                    </a:p>
                    <a:p>
                      <a:pPr indent="0" lvl="0" marL="0" marR="0" rtl="0" algn="l">
                        <a:spcBef>
                          <a:spcPts val="0"/>
                        </a:spcBef>
                        <a:spcAft>
                          <a:spcPts val="0"/>
                        </a:spcAft>
                        <a:buClr>
                          <a:schemeClr val="dk1"/>
                        </a:buClr>
                        <a:buSzPts val="1800"/>
                        <a:buFont typeface="Arial"/>
                        <a:buNone/>
                      </a:pPr>
                      <a:br>
                        <a:rPr lang="ar-AE" sz="1800" u="none" cap="none" strike="noStrike"/>
                      </a:br>
                      <a:endParaRPr sz="2400" u="none" cap="none" strike="noStrike"/>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minecraft</a:t>
                      </a:r>
                      <a:endParaRPr sz="2400" u="none" cap="none" strike="noStrike">
                        <a:latin typeface="Arial"/>
                        <a:ea typeface="Arial"/>
                        <a:cs typeface="Arial"/>
                        <a:sym typeface="Arial"/>
                      </a:endParaRPr>
                    </a:p>
                    <a:p>
                      <a:pPr indent="0" lvl="0" marL="0" marR="0" rtl="0" algn="ct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YouTube</a:t>
                      </a:r>
                      <a:endParaRPr sz="2400" u="none" cap="none" strike="noStrike"/>
                    </a:p>
                    <a:p>
                      <a:pPr indent="0" lvl="0" marL="0" marR="0" rtl="0" algn="ct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TikTok</a:t>
                      </a:r>
                      <a:endParaRPr sz="1800" u="none" cap="none" strike="noStrike">
                        <a:latin typeface="Arial"/>
                        <a:ea typeface="Arial"/>
                        <a:cs typeface="Arial"/>
                        <a:sym typeface="Arial"/>
                      </a:endParaRPr>
                    </a:p>
                    <a:p>
                      <a:pPr indent="0" lvl="0" marL="0" marR="0" rtl="0" algn="ctr">
                        <a:spcBef>
                          <a:spcPts val="0"/>
                        </a:spcBef>
                        <a:spcAft>
                          <a:spcPts val="0"/>
                        </a:spcAft>
                        <a:buClr>
                          <a:schemeClr val="dk1"/>
                        </a:buClr>
                        <a:buSzPts val="1800"/>
                        <a:buFont typeface="Arial"/>
                        <a:buNone/>
                      </a:pPr>
                      <a:r>
                        <a:t/>
                      </a:r>
                      <a:endParaRPr sz="1800">
                        <a:latin typeface="Arial"/>
                        <a:ea typeface="Arial"/>
                        <a:cs typeface="Arial"/>
                        <a:sym typeface="Arial"/>
                      </a:endParaRPr>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graphicFrame>
        <p:nvGraphicFramePr>
          <p:cNvPr id="213" name="Google Shape;213;p14"/>
          <p:cNvGraphicFramePr/>
          <p:nvPr/>
        </p:nvGraphicFramePr>
        <p:xfrm>
          <a:off x="0" y="87343"/>
          <a:ext cx="3000000" cy="3000000"/>
        </p:xfrm>
        <a:graphic>
          <a:graphicData uri="http://schemas.openxmlformats.org/drawingml/2006/table">
            <a:tbl>
              <a:tblPr bandRow="1">
                <a:noFill/>
                <a:tableStyleId>{84F299B2-7866-4EFB-95E6-AAF9E077ECFF}</a:tableStyleId>
              </a:tblPr>
              <a:tblGrid>
                <a:gridCol w="3048000"/>
                <a:gridCol w="3048000"/>
                <a:gridCol w="3048000"/>
                <a:gridCol w="3048000"/>
              </a:tblGrid>
              <a:tr h="598800">
                <a:tc gridSpan="4">
                  <a:txBody>
                    <a:bodyPr/>
                    <a:lstStyle/>
                    <a:p>
                      <a:pPr indent="0" lvl="0" marL="0" marR="0" rtl="0" algn="ctr">
                        <a:spcBef>
                          <a:spcPts val="0"/>
                        </a:spcBef>
                        <a:spcAft>
                          <a:spcPts val="0"/>
                        </a:spcAft>
                        <a:buClr>
                          <a:schemeClr val="dk1"/>
                        </a:buClr>
                        <a:buSzPts val="2800"/>
                        <a:buFont typeface="Calibri"/>
                        <a:buNone/>
                      </a:pPr>
                      <a:r>
                        <a:rPr b="1" lang="ar-AE" sz="2800" u="none" cap="none" strike="noStrike">
                          <a:latin typeface="Calibri"/>
                          <a:ea typeface="Calibri"/>
                          <a:cs typeface="Calibri"/>
                          <a:sym typeface="Calibri"/>
                        </a:rPr>
                        <a:t>Persona </a:t>
                      </a:r>
                      <a:r>
                        <a:rPr b="1" lang="ar-AE" sz="2800">
                          <a:latin typeface="Calibri"/>
                          <a:ea typeface="Calibri"/>
                          <a:cs typeface="Calibri"/>
                          <a:sym typeface="Calibri"/>
                        </a:rPr>
                        <a:t>2</a:t>
                      </a:r>
                      <a:endParaRPr sz="2800" u="none" cap="none" strike="noStrike">
                        <a:latin typeface="Calibri"/>
                        <a:ea typeface="Calibri"/>
                        <a:cs typeface="Calibri"/>
                        <a:sym typeface="Calibri"/>
                      </a:endParaRPr>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19025">
                      <a:solidFill>
                        <a:srgbClr val="666666"/>
                      </a:solidFill>
                      <a:prstDash val="solid"/>
                      <a:round/>
                      <a:headEnd len="sm" w="sm" type="none"/>
                      <a:tailEnd len="sm" w="sm" type="none"/>
                    </a:lnB>
                  </a:tcPr>
                </a:tc>
                <a:tc hMerge="1"/>
                <a:tc hMerge="1"/>
                <a:tc hMerge="1"/>
              </a:tr>
              <a:tr h="736600">
                <a:tc>
                  <a:txBody>
                    <a:bodyPr/>
                    <a:lstStyle/>
                    <a:p>
                      <a:pPr indent="0" lvl="0" marL="0" marR="0" rtl="0" algn="l">
                        <a:spcBef>
                          <a:spcPts val="0"/>
                        </a:spcBef>
                        <a:spcAft>
                          <a:spcPts val="0"/>
                        </a:spcAft>
                        <a:buClr>
                          <a:schemeClr val="dk1"/>
                        </a:buClr>
                        <a:buSzPts val="1800"/>
                        <a:buFont typeface="Arial"/>
                        <a:buNone/>
                      </a:pPr>
                      <a:br>
                        <a:rPr lang="ar-AE" sz="1800" u="none" cap="none" strike="noStrike"/>
                      </a:br>
                      <a:endParaRPr sz="2400" u="none" cap="none" strike="noStrike"/>
                    </a:p>
                    <a:p>
                      <a:pPr indent="0" lvl="0" marL="0" marR="0" rtl="0" algn="ctr">
                        <a:spcBef>
                          <a:spcPts val="0"/>
                        </a:spcBef>
                        <a:spcAft>
                          <a:spcPts val="0"/>
                        </a:spcAft>
                        <a:buClr>
                          <a:srgbClr val="E8E8E8"/>
                        </a:buClr>
                        <a:buSzPts val="1800"/>
                        <a:buFont typeface="Arial"/>
                        <a:buNone/>
                      </a:pPr>
                      <a:r>
                        <a:rPr b="1" lang="ar-AE" sz="1800" u="none" cap="none" strike="noStrike">
                          <a:solidFill>
                            <a:srgbClr val="E8E8E8"/>
                          </a:solidFill>
                          <a:latin typeface="Arial"/>
                          <a:ea typeface="Arial"/>
                          <a:cs typeface="Arial"/>
                          <a:sym typeface="Arial"/>
                        </a:rPr>
                        <a:t>Background &amp; Demographics</a:t>
                      </a:r>
                      <a:endParaRPr sz="1800" u="none" cap="none" strike="noStrike">
                        <a:latin typeface="Arial"/>
                        <a:ea typeface="Arial"/>
                        <a:cs typeface="Arial"/>
                        <a:sym typeface="Arial"/>
                      </a:endParaRPr>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19025">
                      <a:solidFill>
                        <a:srgbClr val="666666"/>
                      </a:solidFill>
                      <a:prstDash val="solid"/>
                      <a:round/>
                      <a:headEnd len="sm" w="sm" type="none"/>
                      <a:tailEnd len="sm" w="sm" type="none"/>
                    </a:lnT>
                    <a:lnB cap="flat" cmpd="sng" w="9525">
                      <a:solidFill>
                        <a:srgbClr val="999999"/>
                      </a:solidFill>
                      <a:prstDash val="solid"/>
                      <a:round/>
                      <a:headEnd len="sm" w="sm" type="none"/>
                      <a:tailEnd len="sm" w="sm" type="none"/>
                    </a:lnB>
                    <a:solidFill>
                      <a:srgbClr val="3A3A3A"/>
                    </a:solidFill>
                  </a:tcPr>
                </a:tc>
                <a:tc>
                  <a:txBody>
                    <a:bodyPr/>
                    <a:lstStyle/>
                    <a:p>
                      <a:pPr indent="0" lvl="0" marL="0" marR="0" rtl="0" algn="l">
                        <a:spcBef>
                          <a:spcPts val="0"/>
                        </a:spcBef>
                        <a:spcAft>
                          <a:spcPts val="0"/>
                        </a:spcAft>
                        <a:buClr>
                          <a:schemeClr val="dk1"/>
                        </a:buClr>
                        <a:buSzPts val="1800"/>
                        <a:buFont typeface="Arial"/>
                        <a:buNone/>
                      </a:pPr>
                      <a:br>
                        <a:rPr lang="ar-AE" sz="1800" u="none" cap="none" strike="noStrike"/>
                      </a:br>
                      <a:endParaRPr sz="2400" u="none" cap="none" strike="noStrike"/>
                    </a:p>
                    <a:p>
                      <a:pPr indent="0" lvl="0" marL="0" marR="0" rtl="0" algn="ctr">
                        <a:spcBef>
                          <a:spcPts val="0"/>
                        </a:spcBef>
                        <a:spcAft>
                          <a:spcPts val="0"/>
                        </a:spcAft>
                        <a:buClr>
                          <a:srgbClr val="E8E8E8"/>
                        </a:buClr>
                        <a:buSzPts val="1800"/>
                        <a:buFont typeface="Arial"/>
                        <a:buNone/>
                      </a:pPr>
                      <a:r>
                        <a:rPr b="1" lang="ar-AE" sz="1800" u="none" cap="none" strike="noStrike">
                          <a:solidFill>
                            <a:srgbClr val="E8E8E8"/>
                          </a:solidFill>
                          <a:latin typeface="Arial"/>
                          <a:ea typeface="Arial"/>
                          <a:cs typeface="Arial"/>
                          <a:sym typeface="Arial"/>
                        </a:rPr>
                        <a:t>Target Person name</a:t>
                      </a:r>
                      <a:endParaRPr sz="1800" u="none" cap="none" strike="noStrike">
                        <a:latin typeface="Arial"/>
                        <a:ea typeface="Arial"/>
                        <a:cs typeface="Arial"/>
                        <a:sym typeface="Arial"/>
                      </a:endParaRPr>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19025">
                      <a:solidFill>
                        <a:srgbClr val="666666"/>
                      </a:solidFill>
                      <a:prstDash val="solid"/>
                      <a:round/>
                      <a:headEnd len="sm" w="sm" type="none"/>
                      <a:tailEnd len="sm" w="sm" type="none"/>
                    </a:lnT>
                    <a:lnB cap="flat" cmpd="sng" w="9525">
                      <a:solidFill>
                        <a:srgbClr val="999999"/>
                      </a:solidFill>
                      <a:prstDash val="solid"/>
                      <a:round/>
                      <a:headEnd len="sm" w="sm" type="none"/>
                      <a:tailEnd len="sm" w="sm" type="none"/>
                    </a:lnB>
                    <a:solidFill>
                      <a:srgbClr val="3A3A3A"/>
                    </a:solidFill>
                  </a:tcPr>
                </a:tc>
                <a:tc>
                  <a:txBody>
                    <a:bodyPr/>
                    <a:lstStyle/>
                    <a:p>
                      <a:pPr indent="0" lvl="0" marL="0" marR="0" rtl="0" algn="l">
                        <a:spcBef>
                          <a:spcPts val="0"/>
                        </a:spcBef>
                        <a:spcAft>
                          <a:spcPts val="0"/>
                        </a:spcAft>
                        <a:buClr>
                          <a:schemeClr val="dk1"/>
                        </a:buClr>
                        <a:buSzPts val="1800"/>
                        <a:buFont typeface="Arial"/>
                        <a:buNone/>
                      </a:pPr>
                      <a:br>
                        <a:rPr lang="ar-AE" sz="1800" u="none" cap="none" strike="noStrike"/>
                      </a:br>
                      <a:endParaRPr sz="2400" u="none" cap="none" strike="noStrike"/>
                    </a:p>
                    <a:p>
                      <a:pPr indent="0" lvl="0" marL="0" marR="0" rtl="0" algn="ctr">
                        <a:spcBef>
                          <a:spcPts val="0"/>
                        </a:spcBef>
                        <a:spcAft>
                          <a:spcPts val="0"/>
                        </a:spcAft>
                        <a:buClr>
                          <a:srgbClr val="E8E8E8"/>
                        </a:buClr>
                        <a:buSzPts val="1800"/>
                        <a:buFont typeface="Arial"/>
                        <a:buNone/>
                      </a:pPr>
                      <a:r>
                        <a:rPr b="1" lang="ar-AE" sz="1800" u="none" cap="none" strike="noStrike">
                          <a:solidFill>
                            <a:srgbClr val="E8E8E8"/>
                          </a:solidFill>
                          <a:latin typeface="Arial"/>
                          <a:ea typeface="Arial"/>
                          <a:cs typeface="Arial"/>
                          <a:sym typeface="Arial"/>
                        </a:rPr>
                        <a:t>Needs</a:t>
                      </a:r>
                      <a:endParaRPr sz="1800" u="none" cap="none" strike="noStrike">
                        <a:latin typeface="Arial"/>
                        <a:ea typeface="Arial"/>
                        <a:cs typeface="Arial"/>
                        <a:sym typeface="Arial"/>
                      </a:endParaRPr>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19025">
                      <a:solidFill>
                        <a:srgbClr val="666666"/>
                      </a:solidFill>
                      <a:prstDash val="solid"/>
                      <a:round/>
                      <a:headEnd len="sm" w="sm" type="none"/>
                      <a:tailEnd len="sm" w="sm" type="none"/>
                    </a:lnT>
                    <a:lnB cap="flat" cmpd="sng" w="9525">
                      <a:solidFill>
                        <a:srgbClr val="999999"/>
                      </a:solidFill>
                      <a:prstDash val="solid"/>
                      <a:round/>
                      <a:headEnd len="sm" w="sm" type="none"/>
                      <a:tailEnd len="sm" w="sm" type="none"/>
                    </a:lnB>
                    <a:solidFill>
                      <a:srgbClr val="3A3A3A"/>
                    </a:solidFill>
                  </a:tcPr>
                </a:tc>
                <a:tc>
                  <a:txBody>
                    <a:bodyPr/>
                    <a:lstStyle/>
                    <a:p>
                      <a:pPr indent="0" lvl="0" marL="0" marR="0" rtl="0" algn="l">
                        <a:spcBef>
                          <a:spcPts val="0"/>
                        </a:spcBef>
                        <a:spcAft>
                          <a:spcPts val="0"/>
                        </a:spcAft>
                        <a:buClr>
                          <a:schemeClr val="dk1"/>
                        </a:buClr>
                        <a:buSzPts val="1800"/>
                        <a:buFont typeface="Arial"/>
                        <a:buNone/>
                      </a:pPr>
                      <a:br>
                        <a:rPr lang="ar-AE" sz="1800" u="none" cap="none" strike="noStrike"/>
                      </a:br>
                      <a:endParaRPr sz="2400" u="none" cap="none" strike="noStrike"/>
                    </a:p>
                    <a:p>
                      <a:pPr indent="0" lvl="0" marL="0" marR="0" rtl="0" algn="ctr">
                        <a:spcBef>
                          <a:spcPts val="0"/>
                        </a:spcBef>
                        <a:spcAft>
                          <a:spcPts val="0"/>
                        </a:spcAft>
                        <a:buClr>
                          <a:srgbClr val="E8E8E8"/>
                        </a:buClr>
                        <a:buSzPts val="1800"/>
                        <a:buFont typeface="Arial"/>
                        <a:buNone/>
                      </a:pPr>
                      <a:r>
                        <a:rPr b="1" lang="ar-AE" sz="1800" u="none" cap="none" strike="noStrike">
                          <a:solidFill>
                            <a:srgbClr val="E8E8E8"/>
                          </a:solidFill>
                          <a:latin typeface="Arial"/>
                          <a:ea typeface="Arial"/>
                          <a:cs typeface="Arial"/>
                          <a:sym typeface="Arial"/>
                        </a:rPr>
                        <a:t>Objections</a:t>
                      </a:r>
                      <a:endParaRPr sz="1800" u="none" cap="none" strike="noStrike">
                        <a:latin typeface="Arial"/>
                        <a:ea typeface="Arial"/>
                        <a:cs typeface="Arial"/>
                        <a:sym typeface="Arial"/>
                      </a:endParaRPr>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19025">
                      <a:solidFill>
                        <a:srgbClr val="666666"/>
                      </a:solidFill>
                      <a:prstDash val="solid"/>
                      <a:round/>
                      <a:headEnd len="sm" w="sm" type="none"/>
                      <a:tailEnd len="sm" w="sm" type="none"/>
                    </a:lnT>
                    <a:lnB cap="flat" cmpd="sng" w="9525">
                      <a:solidFill>
                        <a:srgbClr val="999999"/>
                      </a:solidFill>
                      <a:prstDash val="solid"/>
                      <a:round/>
                      <a:headEnd len="sm" w="sm" type="none"/>
                      <a:tailEnd len="sm" w="sm" type="none"/>
                    </a:lnB>
                    <a:solidFill>
                      <a:srgbClr val="3A3A3A"/>
                    </a:solidFill>
                  </a:tcPr>
                </a:tc>
              </a:tr>
              <a:tr h="736600">
                <a:tc>
                  <a:txBody>
                    <a:bodyPr/>
                    <a:lstStyle/>
                    <a:p>
                      <a:pPr indent="0" lvl="0" marL="0" marR="0" rtl="0" algn="l">
                        <a:spcBef>
                          <a:spcPts val="0"/>
                        </a:spcBef>
                        <a:spcAft>
                          <a:spcPts val="0"/>
                        </a:spcAft>
                        <a:buClr>
                          <a:schemeClr val="dk1"/>
                        </a:buClr>
                        <a:buSzPts val="1800"/>
                        <a:buFont typeface="Arial"/>
                        <a:buNone/>
                      </a:pPr>
                      <a:br>
                        <a:rPr lang="ar-AE" sz="1800" u="none" cap="none" strike="noStrike"/>
                      </a:br>
                      <a:endParaRPr sz="2400" u="none" cap="none" strike="noStrike"/>
                    </a:p>
                    <a:p>
                      <a:pPr indent="0" lvl="0" marL="228600" marR="0" rtl="0" algn="ctr">
                        <a:spcBef>
                          <a:spcPts val="0"/>
                        </a:spcBef>
                        <a:spcAft>
                          <a:spcPts val="0"/>
                        </a:spcAft>
                        <a:buClr>
                          <a:schemeClr val="dk1"/>
                        </a:buClr>
                        <a:buSzPts val="1800"/>
                        <a:buFont typeface="Arial"/>
                        <a:buNone/>
                      </a:pPr>
                      <a:r>
                        <a:rPr b="1" lang="ar-AE" sz="1800" u="none" cap="none" strike="noStrike">
                          <a:latin typeface="Arial"/>
                          <a:ea typeface="Arial"/>
                          <a:cs typeface="Arial"/>
                          <a:sym typeface="Arial"/>
                        </a:rPr>
                        <a:t>ذكر</a:t>
                      </a:r>
                      <a:endParaRPr sz="1800" u="none" cap="none" strike="noStrike">
                        <a:latin typeface="Arial"/>
                        <a:ea typeface="Arial"/>
                        <a:cs typeface="Arial"/>
                        <a:sym typeface="Arial"/>
                      </a:endParaRPr>
                    </a:p>
                    <a:p>
                      <a:pPr indent="0" lvl="0" marL="228600" marR="0" rtl="0" algn="ctr">
                        <a:spcBef>
                          <a:spcPts val="0"/>
                        </a:spcBef>
                        <a:spcAft>
                          <a:spcPts val="0"/>
                        </a:spcAft>
                        <a:buClr>
                          <a:schemeClr val="dk1"/>
                        </a:buClr>
                        <a:buSzPts val="1800"/>
                        <a:buFont typeface="Arial"/>
                        <a:buNone/>
                      </a:pPr>
                      <a:r>
                        <a:rPr b="1" lang="ar-AE" sz="1800" u="none" cap="none" strike="noStrike">
                          <a:latin typeface="Arial"/>
                          <a:ea typeface="Arial"/>
                          <a:cs typeface="Arial"/>
                          <a:sym typeface="Arial"/>
                        </a:rPr>
                        <a:t>13-17</a:t>
                      </a:r>
                      <a:endParaRPr sz="1800" u="none" cap="none" strike="noStrike">
                        <a:latin typeface="Arial"/>
                        <a:ea typeface="Arial"/>
                        <a:cs typeface="Arial"/>
                        <a:sym typeface="Arial"/>
                      </a:endParaRPr>
                    </a:p>
                    <a:p>
                      <a:pPr indent="0" lvl="0" marL="228600" marR="0" rtl="0" algn="ctr">
                        <a:spcBef>
                          <a:spcPts val="0"/>
                        </a:spcBef>
                        <a:spcAft>
                          <a:spcPts val="0"/>
                        </a:spcAft>
                        <a:buClr>
                          <a:schemeClr val="dk1"/>
                        </a:buClr>
                        <a:buSzPts val="1800"/>
                        <a:buFont typeface="Arial"/>
                        <a:buNone/>
                      </a:pPr>
                      <a:r>
                        <a:rPr b="1" lang="ar-AE" sz="1800" u="none" cap="none" strike="noStrike">
                          <a:latin typeface="Arial"/>
                          <a:ea typeface="Arial"/>
                          <a:cs typeface="Arial"/>
                          <a:sym typeface="Arial"/>
                        </a:rPr>
                        <a:t>مرحلة الثانوية</a:t>
                      </a:r>
                      <a:endParaRPr sz="1800" u="none" cap="none" strike="noStrike">
                        <a:latin typeface="Arial"/>
                        <a:ea typeface="Arial"/>
                        <a:cs typeface="Arial"/>
                        <a:sym typeface="Arial"/>
                      </a:endParaRPr>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Arial"/>
                        <a:buNone/>
                      </a:pPr>
                      <a:br>
                        <a:rPr lang="ar-AE" sz="1800" u="none" cap="none" strike="noStrike"/>
                      </a:br>
                      <a:endParaRPr sz="2400" u="none" cap="none" strike="noStrike"/>
                    </a:p>
                    <a:p>
                      <a:pPr indent="0" lvl="0" marL="0" marR="0" rtl="0" algn="ctr">
                        <a:spcBef>
                          <a:spcPts val="0"/>
                        </a:spcBef>
                        <a:spcAft>
                          <a:spcPts val="0"/>
                        </a:spcAft>
                        <a:buClr>
                          <a:schemeClr val="dk1"/>
                        </a:buClr>
                        <a:buSzPts val="1800"/>
                        <a:buFont typeface="Arial"/>
                        <a:buNone/>
                      </a:pPr>
                      <a:r>
                        <a:rPr b="1" lang="ar-AE" sz="1800" u="none" cap="none" strike="noStrike">
                          <a:latin typeface="Arial"/>
                          <a:ea typeface="Arial"/>
                          <a:cs typeface="Arial"/>
                          <a:sym typeface="Arial"/>
                        </a:rPr>
                        <a:t>باسم هاني</a:t>
                      </a:r>
                      <a:endParaRPr sz="1800" u="none" cap="none" strike="noStrike">
                        <a:latin typeface="Arial"/>
                        <a:ea typeface="Arial"/>
                        <a:cs typeface="Arial"/>
                        <a:sym typeface="Arial"/>
                      </a:endParaRPr>
                    </a:p>
                    <a:p>
                      <a:pPr indent="0" lvl="0" marL="0" marR="0" rtl="0" algn="l">
                        <a:spcBef>
                          <a:spcPts val="0"/>
                        </a:spcBef>
                        <a:spcAft>
                          <a:spcPts val="0"/>
                        </a:spcAft>
                        <a:buClr>
                          <a:schemeClr val="dk1"/>
                        </a:buClr>
                        <a:buSzPts val="1800"/>
                        <a:buFont typeface="Arial"/>
                        <a:buNone/>
                      </a:pPr>
                      <a:br>
                        <a:rPr lang="ar-AE" sz="1800" u="none" cap="none" strike="noStrike"/>
                      </a:br>
                      <a:br>
                        <a:rPr lang="ar-AE" sz="1800" u="none" cap="none" strike="noStrike"/>
                      </a:br>
                      <a:endParaRPr sz="2400" u="none" cap="none" strike="noStrike"/>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        محتوي شبابي قصير </a:t>
                      </a:r>
                      <a:endParaRPr/>
                    </a:p>
                    <a:p>
                      <a:pPr indent="0" lvl="0" marL="0" marR="0" rtl="0" algn="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 بدائل للتسلية زي انشطة رياضيه</a:t>
                      </a:r>
                      <a:endParaRPr/>
                    </a:p>
                    <a:p>
                      <a:pPr indent="0" lvl="0" marL="0" marR="0" rtl="0" algn="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 توعية ولكن نحترم خصوصيتهم</a:t>
                      </a:r>
                      <a:endParaRPr sz="1800" u="none" cap="none" strike="noStrike">
                        <a:latin typeface="Arial"/>
                        <a:ea typeface="Arial"/>
                        <a:cs typeface="Arial"/>
                        <a:sym typeface="Arial"/>
                      </a:endParaRPr>
                    </a:p>
                    <a:p>
                      <a:pPr indent="0" lvl="0" marL="0" marR="0" rtl="0" algn="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 دعم نفسي</a:t>
                      </a:r>
                      <a:endParaRPr/>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marR="0" rtl="1" algn="r">
                        <a:spcBef>
                          <a:spcPts val="0"/>
                        </a:spcBef>
                        <a:spcAft>
                          <a:spcPts val="0"/>
                        </a:spcAft>
                        <a:buNone/>
                      </a:pPr>
                      <a:r>
                        <a:rPr lang="ar-AE" sz="1800" u="none" cap="none" strike="noStrike">
                          <a:latin typeface="Arial"/>
                          <a:ea typeface="Arial"/>
                          <a:cs typeface="Arial"/>
                          <a:sym typeface="Arial"/>
                        </a:rPr>
                        <a:t>-  كل الناس بتعمل كدا </a:t>
                      </a:r>
                      <a:endParaRPr sz="1800" u="none" cap="none" strike="noStrike"/>
                    </a:p>
                    <a:p>
                      <a:pPr indent="0" lvl="0" marL="0" marR="0" rtl="1" algn="r">
                        <a:spcBef>
                          <a:spcPts val="0"/>
                        </a:spcBef>
                        <a:spcAft>
                          <a:spcPts val="0"/>
                        </a:spcAft>
                        <a:buNone/>
                      </a:pPr>
                      <a:r>
                        <a:rPr lang="ar-AE" sz="1800" u="none" cap="none" strike="noStrike">
                          <a:latin typeface="Arial"/>
                          <a:ea typeface="Arial"/>
                          <a:cs typeface="Arial"/>
                          <a:sym typeface="Arial"/>
                        </a:rPr>
                        <a:t>- انا بعرف اذاكر وألعب ف نفس الوقت</a:t>
                      </a:r>
                      <a:endParaRPr sz="1800" u="none" cap="none" strike="noStrike"/>
                    </a:p>
                    <a:p>
                      <a:pPr indent="0" lvl="0" marL="457200" marR="0" rtl="0" algn="r">
                        <a:spcBef>
                          <a:spcPts val="0"/>
                        </a:spcBef>
                        <a:spcAft>
                          <a:spcPts val="0"/>
                        </a:spcAft>
                        <a:buNone/>
                      </a:pPr>
                      <a:r>
                        <a:rPr lang="ar-AE" sz="1800">
                          <a:latin typeface="Arial"/>
                          <a:ea typeface="Arial"/>
                          <a:cs typeface="Arial"/>
                          <a:sym typeface="Arial"/>
                        </a:rPr>
                        <a:t>ـ</a:t>
                      </a:r>
                      <a:r>
                        <a:rPr lang="ar-AE" sz="1800" u="none" cap="none" strike="noStrike">
                          <a:latin typeface="Arial"/>
                          <a:ea typeface="Arial"/>
                          <a:cs typeface="Arial"/>
                          <a:sym typeface="Arial"/>
                        </a:rPr>
                        <a:t> النت الحاجه الوحيده اللي بتخليني</a:t>
                      </a:r>
                      <a:r>
                        <a:rPr lang="ar-AE" sz="1800">
                          <a:latin typeface="Arial"/>
                          <a:ea typeface="Arial"/>
                          <a:cs typeface="Arial"/>
                          <a:sym typeface="Arial"/>
                        </a:rPr>
                        <a:t> </a:t>
                      </a:r>
                      <a:r>
                        <a:rPr lang="ar-AE" sz="1800" u="none" cap="none" strike="noStrike">
                          <a:latin typeface="Arial"/>
                          <a:ea typeface="Arial"/>
                          <a:cs typeface="Arial"/>
                          <a:sym typeface="Arial"/>
                        </a:rPr>
                        <a:t>ابعد عن الملل</a:t>
                      </a:r>
                      <a:endParaRPr/>
                    </a:p>
                    <a:p>
                      <a:pPr indent="0" lvl="0" marL="0" marR="0" rtl="0" algn="ctr">
                        <a:spcBef>
                          <a:spcPts val="0"/>
                        </a:spcBef>
                        <a:spcAft>
                          <a:spcPts val="0"/>
                        </a:spcAft>
                        <a:buClr>
                          <a:schemeClr val="dk1"/>
                        </a:buClr>
                        <a:buSzPts val="1800"/>
                        <a:buFont typeface="Arial"/>
                        <a:buNone/>
                      </a:pPr>
                      <a:br>
                        <a:rPr lang="ar-AE" sz="1800" u="none" cap="none" strike="noStrike"/>
                      </a:br>
                      <a:endParaRPr sz="2400" u="none" cap="none" strike="noStrike"/>
                    </a:p>
                  </a:txBody>
                  <a:tcPr marT="45725" marB="45725" marR="68575" marL="900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r>
              <a:tr h="736600">
                <a:tc>
                  <a:txBody>
                    <a:bodyPr/>
                    <a:lstStyle/>
                    <a:p>
                      <a:pPr indent="0" lvl="0" marL="0" marR="0" rtl="0" algn="l">
                        <a:spcBef>
                          <a:spcPts val="0"/>
                        </a:spcBef>
                        <a:spcAft>
                          <a:spcPts val="0"/>
                        </a:spcAft>
                        <a:buClr>
                          <a:schemeClr val="dk1"/>
                        </a:buClr>
                        <a:buSzPts val="1800"/>
                        <a:buFont typeface="Arial"/>
                        <a:buNone/>
                      </a:pPr>
                      <a:br>
                        <a:rPr lang="ar-AE" sz="1800" u="none" cap="none" strike="noStrike"/>
                      </a:br>
                      <a:endParaRPr sz="2400" u="none" cap="none" strike="noStrike"/>
                    </a:p>
                    <a:p>
                      <a:pPr indent="0" lvl="0" marL="0" marR="0" rtl="0" algn="ctr">
                        <a:spcBef>
                          <a:spcPts val="0"/>
                        </a:spcBef>
                        <a:spcAft>
                          <a:spcPts val="0"/>
                        </a:spcAft>
                        <a:buClr>
                          <a:srgbClr val="FFFFFF"/>
                        </a:buClr>
                        <a:buSzPts val="1800"/>
                        <a:buFont typeface="Arial"/>
                        <a:buNone/>
                      </a:pPr>
                      <a:r>
                        <a:rPr b="1" lang="ar-AE" sz="1800" u="none" cap="none" strike="noStrike">
                          <a:solidFill>
                            <a:srgbClr val="FFFFFF"/>
                          </a:solidFill>
                          <a:latin typeface="Arial"/>
                          <a:ea typeface="Arial"/>
                          <a:cs typeface="Arial"/>
                          <a:sym typeface="Arial"/>
                        </a:rPr>
                        <a:t>Interest</a:t>
                      </a:r>
                      <a:endParaRPr sz="1800" u="none" cap="none" strike="noStrike">
                        <a:latin typeface="Arial"/>
                        <a:ea typeface="Arial"/>
                        <a:cs typeface="Arial"/>
                        <a:sym typeface="Arial"/>
                      </a:endParaRPr>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3A3A3A"/>
                    </a:solidFill>
                  </a:tcPr>
                </a:tc>
                <a:tc>
                  <a:txBody>
                    <a:bodyPr/>
                    <a:lstStyle/>
                    <a:p>
                      <a:pPr indent="0" lvl="0" marL="0" marR="0" rtl="0" algn="l">
                        <a:spcBef>
                          <a:spcPts val="0"/>
                        </a:spcBef>
                        <a:spcAft>
                          <a:spcPts val="0"/>
                        </a:spcAft>
                        <a:buClr>
                          <a:schemeClr val="dk1"/>
                        </a:buClr>
                        <a:buSzPts val="1800"/>
                        <a:buFont typeface="Arial"/>
                        <a:buNone/>
                      </a:pPr>
                      <a:br>
                        <a:rPr lang="ar-AE" sz="1800" u="none" cap="none" strike="noStrike"/>
                      </a:br>
                      <a:endParaRPr sz="2400" u="none" cap="none" strike="noStrike"/>
                    </a:p>
                    <a:p>
                      <a:pPr indent="0" lvl="0" marL="0" marR="0" rtl="0" algn="ctr">
                        <a:spcBef>
                          <a:spcPts val="0"/>
                        </a:spcBef>
                        <a:spcAft>
                          <a:spcPts val="0"/>
                        </a:spcAft>
                        <a:buClr>
                          <a:srgbClr val="FFFFFF"/>
                        </a:buClr>
                        <a:buSzPts val="1800"/>
                        <a:buFont typeface="Arial"/>
                        <a:buNone/>
                      </a:pPr>
                      <a:r>
                        <a:rPr b="1" lang="ar-AE" sz="1800" u="none" cap="none" strike="noStrike">
                          <a:solidFill>
                            <a:srgbClr val="FFFFFF"/>
                          </a:solidFill>
                          <a:latin typeface="Arial"/>
                          <a:ea typeface="Arial"/>
                          <a:cs typeface="Arial"/>
                          <a:sym typeface="Arial"/>
                        </a:rPr>
                        <a:t>Goals</a:t>
                      </a:r>
                      <a:endParaRPr sz="1800" u="none" cap="none" strike="noStrike">
                        <a:latin typeface="Arial"/>
                        <a:ea typeface="Arial"/>
                        <a:cs typeface="Arial"/>
                        <a:sym typeface="Arial"/>
                      </a:endParaRPr>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3A3A3A"/>
                    </a:solidFill>
                  </a:tcPr>
                </a:tc>
                <a:tc>
                  <a:txBody>
                    <a:bodyPr/>
                    <a:lstStyle/>
                    <a:p>
                      <a:pPr indent="0" lvl="0" marL="0" marR="0" rtl="0" algn="l">
                        <a:spcBef>
                          <a:spcPts val="0"/>
                        </a:spcBef>
                        <a:spcAft>
                          <a:spcPts val="0"/>
                        </a:spcAft>
                        <a:buClr>
                          <a:schemeClr val="dk1"/>
                        </a:buClr>
                        <a:buSzPts val="1800"/>
                        <a:buFont typeface="Arial"/>
                        <a:buNone/>
                      </a:pPr>
                      <a:br>
                        <a:rPr lang="ar-AE" sz="1800" u="none" cap="none" strike="noStrike"/>
                      </a:br>
                      <a:endParaRPr sz="2400" u="none" cap="none" strike="noStrike"/>
                    </a:p>
                    <a:p>
                      <a:pPr indent="0" lvl="0" marL="0" marR="0" rtl="0" algn="ctr">
                        <a:spcBef>
                          <a:spcPts val="0"/>
                        </a:spcBef>
                        <a:spcAft>
                          <a:spcPts val="0"/>
                        </a:spcAft>
                        <a:buClr>
                          <a:srgbClr val="FFFFFF"/>
                        </a:buClr>
                        <a:buSzPts val="1800"/>
                        <a:buFont typeface="Arial"/>
                        <a:buNone/>
                      </a:pPr>
                      <a:r>
                        <a:rPr b="1" lang="ar-AE" sz="1800" u="none" cap="none" strike="noStrike">
                          <a:solidFill>
                            <a:srgbClr val="FFFFFF"/>
                          </a:solidFill>
                          <a:latin typeface="Arial"/>
                          <a:ea typeface="Arial"/>
                          <a:cs typeface="Arial"/>
                          <a:sym typeface="Arial"/>
                        </a:rPr>
                        <a:t>Barriers</a:t>
                      </a:r>
                      <a:endParaRPr sz="1800" u="none" cap="none" strike="noStrike">
                        <a:latin typeface="Arial"/>
                        <a:ea typeface="Arial"/>
                        <a:cs typeface="Arial"/>
                        <a:sym typeface="Arial"/>
                      </a:endParaRPr>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3A3A3A"/>
                    </a:solidFill>
                  </a:tcPr>
                </a:tc>
                <a:tc>
                  <a:txBody>
                    <a:bodyPr/>
                    <a:lstStyle/>
                    <a:p>
                      <a:pPr indent="0" lvl="0" marL="0" marR="0" rtl="0" algn="l">
                        <a:spcBef>
                          <a:spcPts val="0"/>
                        </a:spcBef>
                        <a:spcAft>
                          <a:spcPts val="0"/>
                        </a:spcAft>
                        <a:buClr>
                          <a:schemeClr val="dk1"/>
                        </a:buClr>
                        <a:buSzPts val="1800"/>
                        <a:buFont typeface="Arial"/>
                        <a:buNone/>
                      </a:pPr>
                      <a:br>
                        <a:rPr lang="ar-AE" sz="1800" u="none" cap="none" strike="noStrike"/>
                      </a:br>
                      <a:endParaRPr sz="2400" u="none" cap="none" strike="noStrike"/>
                    </a:p>
                    <a:p>
                      <a:pPr indent="0" lvl="0" marL="0" marR="0" rtl="0" algn="ctr">
                        <a:spcBef>
                          <a:spcPts val="0"/>
                        </a:spcBef>
                        <a:spcAft>
                          <a:spcPts val="0"/>
                        </a:spcAft>
                        <a:buClr>
                          <a:srgbClr val="FFFFFF"/>
                        </a:buClr>
                        <a:buSzPts val="1800"/>
                        <a:buFont typeface="Arial"/>
                        <a:buNone/>
                      </a:pPr>
                      <a:r>
                        <a:rPr b="1" lang="ar-AE" sz="1800" u="none" cap="none" strike="noStrike">
                          <a:solidFill>
                            <a:srgbClr val="FFFFFF"/>
                          </a:solidFill>
                          <a:latin typeface="Arial"/>
                          <a:ea typeface="Arial"/>
                          <a:cs typeface="Arial"/>
                          <a:sym typeface="Arial"/>
                        </a:rPr>
                        <a:t>Identifiers</a:t>
                      </a:r>
                      <a:endParaRPr sz="1800" u="none" cap="none" strike="noStrike">
                        <a:latin typeface="Arial"/>
                        <a:ea typeface="Arial"/>
                        <a:cs typeface="Arial"/>
                        <a:sym typeface="Arial"/>
                      </a:endParaRPr>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3A3A3A"/>
                    </a:solidFill>
                  </a:tcPr>
                </a:tc>
              </a:tr>
              <a:tr h="1313175">
                <a:tc>
                  <a:txBody>
                    <a:bodyPr/>
                    <a:lstStyle/>
                    <a:p>
                      <a:pPr indent="0" lvl="0" marL="0" marR="0" rtl="0" algn="ctr">
                        <a:spcBef>
                          <a:spcPts val="0"/>
                        </a:spcBef>
                        <a:spcAft>
                          <a:spcPts val="0"/>
                        </a:spcAft>
                        <a:buClr>
                          <a:schemeClr val="dk1"/>
                        </a:buClr>
                        <a:buSzPts val="1800"/>
                        <a:buFont typeface="Consolas"/>
                        <a:buNone/>
                      </a:pPr>
                      <a:r>
                        <a:rPr lang="ar-AE" sz="1800" u="none" cap="none" strike="noStrike">
                          <a:latin typeface="Consolas"/>
                          <a:ea typeface="Consolas"/>
                          <a:cs typeface="Consolas"/>
                          <a:sym typeface="Consolas"/>
                        </a:rPr>
                        <a:t>ألعاب اونلاين – الذهاب للنادي-  </a:t>
                      </a:r>
                      <a:endParaRPr/>
                    </a:p>
                    <a:p>
                      <a:pPr indent="0" lvl="0" marL="0" marR="0" rtl="0" algn="ct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TikTok challenges</a:t>
                      </a:r>
                      <a:endParaRPr sz="1800" u="none" cap="none" strike="noStrike">
                        <a:latin typeface="Arial"/>
                        <a:ea typeface="Arial"/>
                        <a:cs typeface="Arial"/>
                        <a:sym typeface="Arial"/>
                      </a:endParaRPr>
                    </a:p>
                    <a:p>
                      <a:pPr indent="0" lvl="0" marL="0" marR="0" rtl="1" algn="ctr">
                        <a:spcBef>
                          <a:spcPts val="0"/>
                        </a:spcBef>
                        <a:spcAft>
                          <a:spcPts val="0"/>
                        </a:spcAft>
                        <a:buClr>
                          <a:schemeClr val="dk1"/>
                        </a:buClr>
                        <a:buSzPts val="1800"/>
                        <a:buFont typeface="Arial"/>
                        <a:buNone/>
                      </a:pPr>
                      <a:r>
                        <a:rPr lang="ar-AE" sz="1800">
                          <a:latin typeface="Arial"/>
                          <a:ea typeface="Arial"/>
                          <a:cs typeface="Arial"/>
                          <a:sym typeface="Arial"/>
                        </a:rPr>
                        <a:t>البحث عن اكفئ المدرسين ـ تحديد اهدافه للكلية</a:t>
                      </a:r>
                      <a:endParaRPr sz="1800">
                        <a:latin typeface="Arial"/>
                        <a:ea typeface="Arial"/>
                        <a:cs typeface="Arial"/>
                        <a:sym typeface="Arial"/>
                      </a:endParaRPr>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 يوازن ما بي</a:t>
                      </a:r>
                      <a:r>
                        <a:rPr lang="ar-AE" sz="1800">
                          <a:latin typeface="Arial"/>
                          <a:ea typeface="Arial"/>
                          <a:cs typeface="Arial"/>
                          <a:sym typeface="Arial"/>
                        </a:rPr>
                        <a:t>ن</a:t>
                      </a:r>
                      <a:r>
                        <a:rPr lang="ar-AE" sz="1800" u="none" cap="none" strike="noStrike">
                          <a:latin typeface="Arial"/>
                          <a:ea typeface="Arial"/>
                          <a:cs typeface="Arial"/>
                          <a:sym typeface="Arial"/>
                        </a:rPr>
                        <a:t> الدراسة واستخدام الانترنت </a:t>
                      </a:r>
                      <a:endParaRPr/>
                    </a:p>
                    <a:p>
                      <a:pPr indent="0" lvl="0" marL="0" marR="0" rtl="1" algn="ct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يتحكم في رغباته </a:t>
                      </a:r>
                      <a:r>
                        <a:rPr lang="ar-AE" sz="1800">
                          <a:latin typeface="Arial"/>
                          <a:ea typeface="Arial"/>
                          <a:cs typeface="Arial"/>
                          <a:sym typeface="Arial"/>
                        </a:rPr>
                        <a:t>وفضوله</a:t>
                      </a:r>
                      <a:endParaRPr/>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 </a:t>
                      </a:r>
                      <a:r>
                        <a:rPr lang="ar-AE" sz="1800">
                          <a:latin typeface="Arial"/>
                          <a:ea typeface="Arial"/>
                          <a:cs typeface="Arial"/>
                          <a:sym typeface="Arial"/>
                        </a:rPr>
                        <a:t>صعوبة</a:t>
                      </a:r>
                      <a:r>
                        <a:rPr lang="ar-AE" sz="1800" u="none" cap="none" strike="noStrike">
                          <a:latin typeface="Arial"/>
                          <a:ea typeface="Arial"/>
                          <a:cs typeface="Arial"/>
                          <a:sym typeface="Arial"/>
                        </a:rPr>
                        <a:t> تقليل وقت الموبايل بسبب اصدقاء الاونلاين </a:t>
                      </a:r>
                      <a:endParaRPr/>
                    </a:p>
                    <a:p>
                      <a:pPr indent="0" lvl="0" marL="0" marR="0" rtl="0" algn="ct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-ضعف الاراده امام فيديوهات الاباحية </a:t>
                      </a:r>
                      <a:endParaRPr/>
                    </a:p>
                    <a:p>
                      <a:pPr indent="0" lvl="0" marL="0" marR="0" rtl="0" algn="ct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-الشعور بالتمرد امام تعليمات الاهل </a:t>
                      </a:r>
                      <a:endParaRPr/>
                    </a:p>
                    <a:p>
                      <a:pPr indent="0" lvl="0" marL="0" marR="0" rtl="0" algn="l">
                        <a:spcBef>
                          <a:spcPts val="0"/>
                        </a:spcBef>
                        <a:spcAft>
                          <a:spcPts val="0"/>
                        </a:spcAft>
                        <a:buClr>
                          <a:schemeClr val="dk1"/>
                        </a:buClr>
                        <a:buSzPts val="1800"/>
                        <a:buFont typeface="Arial"/>
                        <a:buNone/>
                      </a:pPr>
                      <a:br>
                        <a:rPr lang="ar-AE" sz="1800" u="none" cap="none" strike="noStrike"/>
                      </a:br>
                      <a:endParaRPr sz="2400" u="none" cap="none" strike="noStrike"/>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Instagram</a:t>
                      </a:r>
                      <a:endParaRPr/>
                    </a:p>
                    <a:p>
                      <a:pPr indent="0" lvl="0" marL="0" marR="0" rtl="0" algn="ct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YouTube</a:t>
                      </a:r>
                      <a:endParaRPr/>
                    </a:p>
                    <a:p>
                      <a:pPr indent="0" lvl="0" marL="0" marR="0" rtl="0" algn="ct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TikTok</a:t>
                      </a:r>
                      <a:endParaRPr/>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graphicFrame>
        <p:nvGraphicFramePr>
          <p:cNvPr id="219" name="Google Shape;219;p15"/>
          <p:cNvGraphicFramePr/>
          <p:nvPr/>
        </p:nvGraphicFramePr>
        <p:xfrm>
          <a:off x="0" y="1088"/>
          <a:ext cx="3000000" cy="3000000"/>
        </p:xfrm>
        <a:graphic>
          <a:graphicData uri="http://schemas.openxmlformats.org/drawingml/2006/table">
            <a:tbl>
              <a:tblPr bandRow="1">
                <a:noFill/>
                <a:tableStyleId>{84F299B2-7866-4EFB-95E6-AAF9E077ECFF}</a:tableStyleId>
              </a:tblPr>
              <a:tblGrid>
                <a:gridCol w="3048000"/>
                <a:gridCol w="3048000"/>
                <a:gridCol w="3048000"/>
                <a:gridCol w="3048000"/>
              </a:tblGrid>
              <a:tr h="598800">
                <a:tc gridSpan="4">
                  <a:txBody>
                    <a:bodyPr/>
                    <a:lstStyle/>
                    <a:p>
                      <a:pPr indent="0" lvl="0" marL="0" marR="0" rtl="0" algn="ctr">
                        <a:spcBef>
                          <a:spcPts val="0"/>
                        </a:spcBef>
                        <a:spcAft>
                          <a:spcPts val="0"/>
                        </a:spcAft>
                        <a:buClr>
                          <a:schemeClr val="dk1"/>
                        </a:buClr>
                        <a:buSzPts val="2400"/>
                        <a:buFont typeface="Calibri"/>
                        <a:buNone/>
                      </a:pPr>
                      <a:r>
                        <a:rPr b="1" lang="ar-AE" sz="2500" u="none" cap="none" strike="noStrike">
                          <a:latin typeface="Calibri"/>
                          <a:ea typeface="Calibri"/>
                          <a:cs typeface="Calibri"/>
                          <a:sym typeface="Calibri"/>
                        </a:rPr>
                        <a:t>Persona </a:t>
                      </a:r>
                      <a:r>
                        <a:rPr b="1" lang="ar-AE" sz="2500">
                          <a:latin typeface="Calibri"/>
                          <a:ea typeface="Calibri"/>
                          <a:cs typeface="Calibri"/>
                          <a:sym typeface="Calibri"/>
                        </a:rPr>
                        <a:t>3</a:t>
                      </a:r>
                      <a:endParaRPr sz="2500" u="none" cap="none" strike="noStrike"/>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19025">
                      <a:solidFill>
                        <a:srgbClr val="666666"/>
                      </a:solidFill>
                      <a:prstDash val="solid"/>
                      <a:round/>
                      <a:headEnd len="sm" w="sm" type="none"/>
                      <a:tailEnd len="sm" w="sm" type="none"/>
                    </a:lnB>
                  </a:tcPr>
                </a:tc>
                <a:tc hMerge="1"/>
                <a:tc hMerge="1"/>
                <a:tc hMerge="1"/>
              </a:tr>
              <a:tr h="736600">
                <a:tc>
                  <a:txBody>
                    <a:bodyPr/>
                    <a:lstStyle/>
                    <a:p>
                      <a:pPr indent="0" lvl="0" marL="0" marR="0" rtl="0" algn="l">
                        <a:spcBef>
                          <a:spcPts val="0"/>
                        </a:spcBef>
                        <a:spcAft>
                          <a:spcPts val="0"/>
                        </a:spcAft>
                        <a:buClr>
                          <a:schemeClr val="dk1"/>
                        </a:buClr>
                        <a:buSzPts val="1800"/>
                        <a:buFont typeface="Arial"/>
                        <a:buNone/>
                      </a:pPr>
                      <a:br>
                        <a:rPr lang="ar-AE" sz="1800" u="none" cap="none" strike="noStrike"/>
                      </a:br>
                      <a:endParaRPr sz="2400" u="none" cap="none" strike="noStrike"/>
                    </a:p>
                    <a:p>
                      <a:pPr indent="0" lvl="0" marL="0" marR="0" rtl="0" algn="ctr">
                        <a:spcBef>
                          <a:spcPts val="0"/>
                        </a:spcBef>
                        <a:spcAft>
                          <a:spcPts val="0"/>
                        </a:spcAft>
                        <a:buClr>
                          <a:srgbClr val="FFFFFF"/>
                        </a:buClr>
                        <a:buSzPts val="1800"/>
                        <a:buFont typeface="Arial"/>
                        <a:buNone/>
                      </a:pPr>
                      <a:r>
                        <a:rPr b="1" lang="ar-AE" sz="1800" u="none" cap="none" strike="noStrike">
                          <a:solidFill>
                            <a:srgbClr val="FFFFFF"/>
                          </a:solidFill>
                          <a:latin typeface="Arial"/>
                          <a:ea typeface="Arial"/>
                          <a:cs typeface="Arial"/>
                          <a:sym typeface="Arial"/>
                        </a:rPr>
                        <a:t>Background &amp; Demographics</a:t>
                      </a:r>
                      <a:endParaRPr sz="1800" u="none" cap="none" strike="noStrike"/>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19025">
                      <a:solidFill>
                        <a:srgbClr val="666666"/>
                      </a:solidFill>
                      <a:prstDash val="solid"/>
                      <a:round/>
                      <a:headEnd len="sm" w="sm" type="none"/>
                      <a:tailEnd len="sm" w="sm" type="none"/>
                    </a:lnT>
                    <a:lnB cap="flat" cmpd="sng" w="9525">
                      <a:solidFill>
                        <a:srgbClr val="999999"/>
                      </a:solidFill>
                      <a:prstDash val="solid"/>
                      <a:round/>
                      <a:headEnd len="sm" w="sm" type="none"/>
                      <a:tailEnd len="sm" w="sm" type="none"/>
                    </a:lnB>
                    <a:solidFill>
                      <a:srgbClr val="3A3A3A"/>
                    </a:solidFill>
                  </a:tcPr>
                </a:tc>
                <a:tc>
                  <a:txBody>
                    <a:bodyPr/>
                    <a:lstStyle/>
                    <a:p>
                      <a:pPr indent="0" lvl="0" marL="0" marR="0" rtl="0" algn="l">
                        <a:spcBef>
                          <a:spcPts val="0"/>
                        </a:spcBef>
                        <a:spcAft>
                          <a:spcPts val="0"/>
                        </a:spcAft>
                        <a:buClr>
                          <a:schemeClr val="dk1"/>
                        </a:buClr>
                        <a:buSzPts val="1800"/>
                        <a:buFont typeface="Arial"/>
                        <a:buNone/>
                      </a:pPr>
                      <a:br>
                        <a:rPr lang="ar-AE" sz="1800" u="none" cap="none" strike="noStrike"/>
                      </a:br>
                      <a:endParaRPr sz="2400" u="none" cap="none" strike="noStrike"/>
                    </a:p>
                    <a:p>
                      <a:pPr indent="0" lvl="0" marL="0" marR="0" rtl="0" algn="ctr">
                        <a:spcBef>
                          <a:spcPts val="0"/>
                        </a:spcBef>
                        <a:spcAft>
                          <a:spcPts val="0"/>
                        </a:spcAft>
                        <a:buClr>
                          <a:srgbClr val="FFFFFF"/>
                        </a:buClr>
                        <a:buSzPts val="1800"/>
                        <a:buFont typeface="Arial"/>
                        <a:buNone/>
                      </a:pPr>
                      <a:r>
                        <a:rPr b="1" lang="ar-AE" sz="1800" u="none" cap="none" strike="noStrike">
                          <a:solidFill>
                            <a:srgbClr val="FFFFFF"/>
                          </a:solidFill>
                          <a:latin typeface="Arial"/>
                          <a:ea typeface="Arial"/>
                          <a:cs typeface="Arial"/>
                          <a:sym typeface="Arial"/>
                        </a:rPr>
                        <a:t>Target Person name</a:t>
                      </a:r>
                      <a:endParaRPr sz="1800" u="none" cap="none" strike="noStrike"/>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19025">
                      <a:solidFill>
                        <a:srgbClr val="666666"/>
                      </a:solidFill>
                      <a:prstDash val="solid"/>
                      <a:round/>
                      <a:headEnd len="sm" w="sm" type="none"/>
                      <a:tailEnd len="sm" w="sm" type="none"/>
                    </a:lnT>
                    <a:lnB cap="flat" cmpd="sng" w="9525">
                      <a:solidFill>
                        <a:srgbClr val="999999"/>
                      </a:solidFill>
                      <a:prstDash val="solid"/>
                      <a:round/>
                      <a:headEnd len="sm" w="sm" type="none"/>
                      <a:tailEnd len="sm" w="sm" type="none"/>
                    </a:lnB>
                    <a:solidFill>
                      <a:srgbClr val="3A3A3A"/>
                    </a:solidFill>
                  </a:tcPr>
                </a:tc>
                <a:tc>
                  <a:txBody>
                    <a:bodyPr/>
                    <a:lstStyle/>
                    <a:p>
                      <a:pPr indent="0" lvl="0" marL="0" marR="0" rtl="0" algn="l">
                        <a:spcBef>
                          <a:spcPts val="0"/>
                        </a:spcBef>
                        <a:spcAft>
                          <a:spcPts val="0"/>
                        </a:spcAft>
                        <a:buClr>
                          <a:schemeClr val="dk1"/>
                        </a:buClr>
                        <a:buSzPts val="1800"/>
                        <a:buFont typeface="Arial"/>
                        <a:buNone/>
                      </a:pPr>
                      <a:br>
                        <a:rPr lang="ar-AE" sz="1800" u="none" cap="none" strike="noStrike"/>
                      </a:br>
                      <a:endParaRPr sz="2400" u="none" cap="none" strike="noStrike"/>
                    </a:p>
                    <a:p>
                      <a:pPr indent="0" lvl="0" marL="0" marR="0" rtl="0" algn="ctr">
                        <a:spcBef>
                          <a:spcPts val="0"/>
                        </a:spcBef>
                        <a:spcAft>
                          <a:spcPts val="0"/>
                        </a:spcAft>
                        <a:buClr>
                          <a:srgbClr val="FFFFFF"/>
                        </a:buClr>
                        <a:buSzPts val="1800"/>
                        <a:buFont typeface="Arial"/>
                        <a:buNone/>
                      </a:pPr>
                      <a:r>
                        <a:rPr b="1" lang="ar-AE" sz="1800" u="none" cap="none" strike="noStrike">
                          <a:solidFill>
                            <a:srgbClr val="FFFFFF"/>
                          </a:solidFill>
                          <a:latin typeface="Arial"/>
                          <a:ea typeface="Arial"/>
                          <a:cs typeface="Arial"/>
                          <a:sym typeface="Arial"/>
                        </a:rPr>
                        <a:t>Needs</a:t>
                      </a:r>
                      <a:endParaRPr sz="1800" u="none" cap="none" strike="noStrike"/>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19025">
                      <a:solidFill>
                        <a:srgbClr val="666666"/>
                      </a:solidFill>
                      <a:prstDash val="solid"/>
                      <a:round/>
                      <a:headEnd len="sm" w="sm" type="none"/>
                      <a:tailEnd len="sm" w="sm" type="none"/>
                    </a:lnT>
                    <a:lnB cap="flat" cmpd="sng" w="9525">
                      <a:solidFill>
                        <a:srgbClr val="999999"/>
                      </a:solidFill>
                      <a:prstDash val="solid"/>
                      <a:round/>
                      <a:headEnd len="sm" w="sm" type="none"/>
                      <a:tailEnd len="sm" w="sm" type="none"/>
                    </a:lnB>
                    <a:solidFill>
                      <a:srgbClr val="3A3A3A"/>
                    </a:solidFill>
                  </a:tcPr>
                </a:tc>
                <a:tc>
                  <a:txBody>
                    <a:bodyPr/>
                    <a:lstStyle/>
                    <a:p>
                      <a:pPr indent="0" lvl="0" marL="0" marR="0" rtl="0" algn="l">
                        <a:spcBef>
                          <a:spcPts val="0"/>
                        </a:spcBef>
                        <a:spcAft>
                          <a:spcPts val="0"/>
                        </a:spcAft>
                        <a:buClr>
                          <a:schemeClr val="dk1"/>
                        </a:buClr>
                        <a:buSzPts val="1800"/>
                        <a:buFont typeface="Arial"/>
                        <a:buNone/>
                      </a:pPr>
                      <a:br>
                        <a:rPr lang="ar-AE" sz="1800" u="none" cap="none" strike="noStrike"/>
                      </a:br>
                      <a:endParaRPr sz="2400" u="none" cap="none" strike="noStrike"/>
                    </a:p>
                    <a:p>
                      <a:pPr indent="0" lvl="0" marL="0" marR="0" rtl="0" algn="ctr">
                        <a:spcBef>
                          <a:spcPts val="0"/>
                        </a:spcBef>
                        <a:spcAft>
                          <a:spcPts val="0"/>
                        </a:spcAft>
                        <a:buClr>
                          <a:srgbClr val="FFFFFF"/>
                        </a:buClr>
                        <a:buSzPts val="1800"/>
                        <a:buFont typeface="Arial"/>
                        <a:buNone/>
                      </a:pPr>
                      <a:r>
                        <a:rPr b="1" lang="ar-AE" sz="1800" u="none" cap="none" strike="noStrike">
                          <a:solidFill>
                            <a:srgbClr val="FFFFFF"/>
                          </a:solidFill>
                          <a:latin typeface="Arial"/>
                          <a:ea typeface="Arial"/>
                          <a:cs typeface="Arial"/>
                          <a:sym typeface="Arial"/>
                        </a:rPr>
                        <a:t>Objections</a:t>
                      </a:r>
                      <a:endParaRPr sz="1800" u="none" cap="none" strike="noStrike"/>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19025">
                      <a:solidFill>
                        <a:srgbClr val="666666"/>
                      </a:solidFill>
                      <a:prstDash val="solid"/>
                      <a:round/>
                      <a:headEnd len="sm" w="sm" type="none"/>
                      <a:tailEnd len="sm" w="sm" type="none"/>
                    </a:lnT>
                    <a:lnB cap="flat" cmpd="sng" w="9525">
                      <a:solidFill>
                        <a:srgbClr val="999999"/>
                      </a:solidFill>
                      <a:prstDash val="solid"/>
                      <a:round/>
                      <a:headEnd len="sm" w="sm" type="none"/>
                      <a:tailEnd len="sm" w="sm" type="none"/>
                    </a:lnB>
                    <a:solidFill>
                      <a:srgbClr val="3A3A3A"/>
                    </a:solidFill>
                  </a:tcPr>
                </a:tc>
              </a:tr>
              <a:tr h="736600">
                <a:tc>
                  <a:txBody>
                    <a:bodyPr/>
                    <a:lstStyle/>
                    <a:p>
                      <a:pPr indent="0" lvl="0" marL="0" marR="0" rtl="0" algn="ctr">
                        <a:spcBef>
                          <a:spcPts val="0"/>
                        </a:spcBef>
                        <a:spcAft>
                          <a:spcPts val="0"/>
                        </a:spcAft>
                        <a:buClr>
                          <a:schemeClr val="dk1"/>
                        </a:buClr>
                        <a:buSzPts val="1800"/>
                        <a:buFont typeface="Arial"/>
                        <a:buNone/>
                      </a:pPr>
                      <a:r>
                        <a:rPr b="0" lang="ar-AE" sz="1800" u="none" cap="none" strike="noStrike">
                          <a:latin typeface="Arial"/>
                          <a:ea typeface="Arial"/>
                          <a:cs typeface="Arial"/>
                          <a:sym typeface="Arial"/>
                        </a:rPr>
                        <a:t>18 - 24</a:t>
                      </a:r>
                      <a:endParaRPr b="0" sz="1800" u="none" cap="none" strike="noStrike"/>
                    </a:p>
                    <a:p>
                      <a:pPr indent="0" lvl="0" marL="0" marR="0" rtl="0" algn="ctr">
                        <a:spcBef>
                          <a:spcPts val="0"/>
                        </a:spcBef>
                        <a:spcAft>
                          <a:spcPts val="0"/>
                        </a:spcAft>
                        <a:buClr>
                          <a:schemeClr val="dk1"/>
                        </a:buClr>
                        <a:buSzPts val="1800"/>
                        <a:buFont typeface="Arial"/>
                        <a:buNone/>
                      </a:pPr>
                      <a:r>
                        <a:rPr b="0" lang="ar-AE" sz="1800" u="none" cap="none" strike="noStrike">
                          <a:latin typeface="Arial"/>
                          <a:ea typeface="Arial"/>
                          <a:cs typeface="Arial"/>
                          <a:sym typeface="Arial"/>
                        </a:rPr>
                        <a:t>طالبة جامعية</a:t>
                      </a:r>
                      <a:endParaRPr b="0" sz="1800" u="none" cap="none" strike="noStrike"/>
                    </a:p>
                  </a:txBody>
                  <a:tcPr marT="45725" marB="45725" marR="68575" marL="68575"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Arial"/>
                        <a:buNone/>
                      </a:pPr>
                      <a:br>
                        <a:rPr lang="ar-AE" sz="1800" u="none" cap="none" strike="noStrike"/>
                      </a:br>
                      <a:endParaRPr sz="2400" u="none" cap="none" strike="noStrike"/>
                    </a:p>
                    <a:p>
                      <a:pPr indent="0" lvl="0" marL="0" marR="0" rtl="0" algn="ct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ميار احمد</a:t>
                      </a:r>
                      <a:endParaRPr sz="1800" u="none" cap="none" strike="noStrike"/>
                    </a:p>
                    <a:p>
                      <a:pPr indent="0" lvl="0" marL="0" marR="0" rtl="0" algn="l">
                        <a:spcBef>
                          <a:spcPts val="0"/>
                        </a:spcBef>
                        <a:spcAft>
                          <a:spcPts val="0"/>
                        </a:spcAft>
                        <a:buClr>
                          <a:schemeClr val="dk1"/>
                        </a:buClr>
                        <a:buSzPts val="1800"/>
                        <a:buFont typeface="Arial"/>
                        <a:buNone/>
                      </a:pPr>
                      <a:br>
                        <a:rPr lang="ar-AE" sz="1800" u="none" cap="none" strike="noStrike"/>
                      </a:br>
                      <a:br>
                        <a:rPr lang="ar-AE" sz="1800" u="none" cap="none" strike="noStrike"/>
                      </a:br>
                      <a:endParaRPr sz="2400" u="none" cap="none" strike="noStrike"/>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800"/>
                        <a:buFont typeface="Arial"/>
                        <a:buNone/>
                      </a:pPr>
                      <a:r>
                        <a:rPr lang="ar-AE" sz="1800">
                          <a:latin typeface="Arial"/>
                          <a:ea typeface="Arial"/>
                          <a:cs typeface="Arial"/>
                          <a:sym typeface="Arial"/>
                        </a:rPr>
                        <a:t>محتوى</a:t>
                      </a:r>
                      <a:r>
                        <a:rPr lang="ar-AE" sz="1800" u="none" cap="none" strike="noStrike">
                          <a:latin typeface="Arial"/>
                          <a:ea typeface="Arial"/>
                          <a:cs typeface="Arial"/>
                          <a:sym typeface="Arial"/>
                        </a:rPr>
                        <a:t> قصير للتقليل من استخدام الموبايل </a:t>
                      </a:r>
                      <a:endParaRPr/>
                    </a:p>
                    <a:p>
                      <a:pPr indent="0" lvl="0" marL="0" marR="0" rtl="1" algn="ctr">
                        <a:spcBef>
                          <a:spcPts val="0"/>
                        </a:spcBef>
                        <a:spcAft>
                          <a:spcPts val="0"/>
                        </a:spcAft>
                        <a:buClr>
                          <a:schemeClr val="dk1"/>
                        </a:buClr>
                        <a:buSzPts val="1800"/>
                        <a:buFont typeface="Arial"/>
                        <a:buNone/>
                      </a:pPr>
                      <a:r>
                        <a:rPr lang="ar-AE" sz="1800">
                          <a:latin typeface="Arial"/>
                          <a:ea typeface="Arial"/>
                          <a:cs typeface="Arial"/>
                          <a:sym typeface="Arial"/>
                        </a:rPr>
                        <a:t>أدوات</a:t>
                      </a:r>
                      <a:r>
                        <a:rPr lang="ar-AE" sz="1800" u="none" cap="none" strike="noStrike">
                          <a:latin typeface="Arial"/>
                          <a:ea typeface="Arial"/>
                          <a:cs typeface="Arial"/>
                          <a:sym typeface="Arial"/>
                        </a:rPr>
                        <a:t> تنظيم الوقت (جداول – </a:t>
                      </a:r>
                      <a:r>
                        <a:rPr lang="ar-AE" sz="1800">
                          <a:latin typeface="Arial"/>
                          <a:ea typeface="Arial"/>
                          <a:cs typeface="Arial"/>
                          <a:sym typeface="Arial"/>
                        </a:rPr>
                        <a:t>T</a:t>
                      </a:r>
                      <a:r>
                        <a:rPr lang="ar-AE" sz="1800" u="none" cap="none" strike="noStrike">
                          <a:latin typeface="Arial"/>
                          <a:ea typeface="Arial"/>
                          <a:cs typeface="Arial"/>
                          <a:sym typeface="Arial"/>
                        </a:rPr>
                        <a:t>odo list)</a:t>
                      </a:r>
                      <a:endParaRPr sz="1800" u="none" cap="none" strike="noStrike"/>
                    </a:p>
                  </a:txBody>
                  <a:tcPr marT="45725" marB="45725" marR="68575" marL="68575"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السوشيال هي الحاجة </a:t>
                      </a:r>
                      <a:r>
                        <a:rPr lang="ar-AE" sz="1800">
                          <a:latin typeface="Arial"/>
                          <a:ea typeface="Arial"/>
                          <a:cs typeface="Arial"/>
                          <a:sym typeface="Arial"/>
                        </a:rPr>
                        <a:t>الوحيدة</a:t>
                      </a:r>
                      <a:r>
                        <a:rPr lang="ar-AE" sz="1800" u="none" cap="none" strike="noStrike">
                          <a:latin typeface="Arial"/>
                          <a:ea typeface="Arial"/>
                          <a:cs typeface="Arial"/>
                          <a:sym typeface="Arial"/>
                        </a:rPr>
                        <a:t> اللي بتعرف بيها علي الناس </a:t>
                      </a:r>
                      <a:endParaRPr/>
                    </a:p>
                    <a:p>
                      <a:pPr indent="0" lvl="0" marL="0" marR="0" rtl="0" algn="ct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لازم افتح نت دايما عشان ما </a:t>
                      </a:r>
                      <a:r>
                        <a:rPr lang="ar-AE" sz="1800">
                          <a:latin typeface="Arial"/>
                          <a:ea typeface="Arial"/>
                          <a:cs typeface="Arial"/>
                          <a:sym typeface="Arial"/>
                        </a:rPr>
                        <a:t>تفوتنيش</a:t>
                      </a:r>
                      <a:r>
                        <a:rPr lang="ar-AE" sz="1800" u="none" cap="none" strike="noStrike">
                          <a:latin typeface="Arial"/>
                          <a:ea typeface="Arial"/>
                          <a:cs typeface="Arial"/>
                          <a:sym typeface="Arial"/>
                        </a:rPr>
                        <a:t> الترندات وعروضات الميكب</a:t>
                      </a:r>
                      <a:endParaRPr sz="1800" u="none" cap="none" strike="noStrike"/>
                    </a:p>
                  </a:txBody>
                  <a:tcPr marT="45725" marB="45725" marR="68575" marL="68575"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r>
              <a:tr h="736600">
                <a:tc>
                  <a:txBody>
                    <a:bodyPr/>
                    <a:lstStyle/>
                    <a:p>
                      <a:pPr indent="0" lvl="0" marL="0" marR="0" rtl="0" algn="l">
                        <a:spcBef>
                          <a:spcPts val="0"/>
                        </a:spcBef>
                        <a:spcAft>
                          <a:spcPts val="0"/>
                        </a:spcAft>
                        <a:buClr>
                          <a:schemeClr val="dk1"/>
                        </a:buClr>
                        <a:buSzPts val="1800"/>
                        <a:buFont typeface="Arial"/>
                        <a:buNone/>
                      </a:pPr>
                      <a:br>
                        <a:rPr lang="ar-AE" sz="1800" u="none" cap="none" strike="noStrike"/>
                      </a:br>
                      <a:endParaRPr sz="2400" u="none" cap="none" strike="noStrike"/>
                    </a:p>
                    <a:p>
                      <a:pPr indent="0" lvl="0" marL="0" marR="0" rtl="0" algn="ctr">
                        <a:spcBef>
                          <a:spcPts val="0"/>
                        </a:spcBef>
                        <a:spcAft>
                          <a:spcPts val="0"/>
                        </a:spcAft>
                        <a:buClr>
                          <a:srgbClr val="FFFFFF"/>
                        </a:buClr>
                        <a:buSzPts val="1800"/>
                        <a:buFont typeface="Arial"/>
                        <a:buNone/>
                      </a:pPr>
                      <a:r>
                        <a:rPr b="1" lang="ar-AE" sz="1800" u="none" cap="none" strike="noStrike">
                          <a:solidFill>
                            <a:srgbClr val="FFFFFF"/>
                          </a:solidFill>
                          <a:latin typeface="Arial"/>
                          <a:ea typeface="Arial"/>
                          <a:cs typeface="Arial"/>
                          <a:sym typeface="Arial"/>
                        </a:rPr>
                        <a:t>Interest</a:t>
                      </a:r>
                      <a:endParaRPr sz="1800" u="none" cap="none" strike="noStrike"/>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3A3A3A"/>
                    </a:solidFill>
                  </a:tcPr>
                </a:tc>
                <a:tc>
                  <a:txBody>
                    <a:bodyPr/>
                    <a:lstStyle/>
                    <a:p>
                      <a:pPr indent="0" lvl="0" marL="0" marR="0" rtl="0" algn="l">
                        <a:spcBef>
                          <a:spcPts val="0"/>
                        </a:spcBef>
                        <a:spcAft>
                          <a:spcPts val="0"/>
                        </a:spcAft>
                        <a:buClr>
                          <a:schemeClr val="dk1"/>
                        </a:buClr>
                        <a:buSzPts val="1800"/>
                        <a:buFont typeface="Arial"/>
                        <a:buNone/>
                      </a:pPr>
                      <a:br>
                        <a:rPr lang="ar-AE" sz="1800" u="none" cap="none" strike="noStrike"/>
                      </a:br>
                      <a:endParaRPr sz="2400" u="none" cap="none" strike="noStrike"/>
                    </a:p>
                    <a:p>
                      <a:pPr indent="0" lvl="0" marL="0" marR="0" rtl="0" algn="ctr">
                        <a:spcBef>
                          <a:spcPts val="0"/>
                        </a:spcBef>
                        <a:spcAft>
                          <a:spcPts val="0"/>
                        </a:spcAft>
                        <a:buClr>
                          <a:srgbClr val="FFFFFF"/>
                        </a:buClr>
                        <a:buSzPts val="1800"/>
                        <a:buFont typeface="Arial"/>
                        <a:buNone/>
                      </a:pPr>
                      <a:r>
                        <a:rPr b="1" lang="ar-AE" sz="1800" u="none" cap="none" strike="noStrike">
                          <a:solidFill>
                            <a:srgbClr val="FFFFFF"/>
                          </a:solidFill>
                          <a:latin typeface="Arial"/>
                          <a:ea typeface="Arial"/>
                          <a:cs typeface="Arial"/>
                          <a:sym typeface="Arial"/>
                        </a:rPr>
                        <a:t>Goals</a:t>
                      </a:r>
                      <a:endParaRPr sz="1800" u="none" cap="none" strike="noStrike"/>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3A3A3A"/>
                    </a:solidFill>
                  </a:tcPr>
                </a:tc>
                <a:tc>
                  <a:txBody>
                    <a:bodyPr/>
                    <a:lstStyle/>
                    <a:p>
                      <a:pPr indent="0" lvl="0" marL="0" marR="0" rtl="0" algn="l">
                        <a:spcBef>
                          <a:spcPts val="0"/>
                        </a:spcBef>
                        <a:spcAft>
                          <a:spcPts val="0"/>
                        </a:spcAft>
                        <a:buClr>
                          <a:schemeClr val="dk1"/>
                        </a:buClr>
                        <a:buSzPts val="1800"/>
                        <a:buFont typeface="Arial"/>
                        <a:buNone/>
                      </a:pPr>
                      <a:br>
                        <a:rPr lang="ar-AE" sz="1800" u="none" cap="none" strike="noStrike"/>
                      </a:br>
                      <a:endParaRPr sz="2400" u="none" cap="none" strike="noStrike"/>
                    </a:p>
                    <a:p>
                      <a:pPr indent="0" lvl="0" marL="0" marR="0" rtl="0" algn="ctr">
                        <a:spcBef>
                          <a:spcPts val="0"/>
                        </a:spcBef>
                        <a:spcAft>
                          <a:spcPts val="0"/>
                        </a:spcAft>
                        <a:buClr>
                          <a:srgbClr val="FFFFFF"/>
                        </a:buClr>
                        <a:buSzPts val="1800"/>
                        <a:buFont typeface="Arial"/>
                        <a:buNone/>
                      </a:pPr>
                      <a:r>
                        <a:rPr b="1" lang="ar-AE" sz="1800" u="none" cap="none" strike="noStrike">
                          <a:solidFill>
                            <a:srgbClr val="FFFFFF"/>
                          </a:solidFill>
                          <a:latin typeface="Arial"/>
                          <a:ea typeface="Arial"/>
                          <a:cs typeface="Arial"/>
                          <a:sym typeface="Arial"/>
                        </a:rPr>
                        <a:t>Barriers</a:t>
                      </a:r>
                      <a:endParaRPr sz="1800" u="none" cap="none" strike="noStrike"/>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3A3A3A"/>
                    </a:solidFill>
                  </a:tcPr>
                </a:tc>
                <a:tc>
                  <a:txBody>
                    <a:bodyPr/>
                    <a:lstStyle/>
                    <a:p>
                      <a:pPr indent="0" lvl="0" marL="0" marR="0" rtl="0" algn="l">
                        <a:spcBef>
                          <a:spcPts val="0"/>
                        </a:spcBef>
                        <a:spcAft>
                          <a:spcPts val="0"/>
                        </a:spcAft>
                        <a:buClr>
                          <a:schemeClr val="dk1"/>
                        </a:buClr>
                        <a:buSzPts val="1800"/>
                        <a:buFont typeface="Arial"/>
                        <a:buNone/>
                      </a:pPr>
                      <a:br>
                        <a:rPr lang="ar-AE" sz="1800" u="none" cap="none" strike="noStrike"/>
                      </a:br>
                      <a:endParaRPr sz="2400" u="none" cap="none" strike="noStrike"/>
                    </a:p>
                    <a:p>
                      <a:pPr indent="0" lvl="0" marL="0" marR="0" rtl="0" algn="ctr">
                        <a:spcBef>
                          <a:spcPts val="0"/>
                        </a:spcBef>
                        <a:spcAft>
                          <a:spcPts val="0"/>
                        </a:spcAft>
                        <a:buClr>
                          <a:srgbClr val="FFFFFF"/>
                        </a:buClr>
                        <a:buSzPts val="1800"/>
                        <a:buFont typeface="Arial"/>
                        <a:buNone/>
                      </a:pPr>
                      <a:r>
                        <a:rPr b="1" lang="ar-AE" sz="1800" u="none" cap="none" strike="noStrike">
                          <a:solidFill>
                            <a:srgbClr val="FFFFFF"/>
                          </a:solidFill>
                          <a:latin typeface="Arial"/>
                          <a:ea typeface="Arial"/>
                          <a:cs typeface="Arial"/>
                          <a:sym typeface="Arial"/>
                        </a:rPr>
                        <a:t>Identifiers</a:t>
                      </a:r>
                      <a:endParaRPr sz="1800" u="none" cap="none" strike="noStrike"/>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3A3A3A"/>
                    </a:solidFill>
                  </a:tcPr>
                </a:tc>
              </a:tr>
              <a:tr h="1899000">
                <a:tc>
                  <a:txBody>
                    <a:bodyPr/>
                    <a:lstStyle/>
                    <a:p>
                      <a:pPr indent="0" lvl="0" marL="0" marR="0" rtl="0" algn="ctr">
                        <a:spcBef>
                          <a:spcPts val="0"/>
                        </a:spcBef>
                        <a:spcAft>
                          <a:spcPts val="0"/>
                        </a:spcAft>
                        <a:buClr>
                          <a:schemeClr val="dk1"/>
                        </a:buClr>
                        <a:buSzPts val="1800"/>
                        <a:buFont typeface="Consolas"/>
                        <a:buNone/>
                      </a:pPr>
                      <a:r>
                        <a:rPr b="0" lang="ar-AE" sz="1800" u="none" cap="none" strike="noStrike">
                          <a:latin typeface="Consolas"/>
                          <a:ea typeface="Consolas"/>
                          <a:cs typeface="Consolas"/>
                          <a:sym typeface="Consolas"/>
                        </a:rPr>
                        <a:t>متابعة </a:t>
                      </a:r>
                      <a:r>
                        <a:rPr lang="ar-AE" sz="1800">
                          <a:latin typeface="Consolas"/>
                          <a:ea typeface="Consolas"/>
                          <a:cs typeface="Consolas"/>
                          <a:sym typeface="Consolas"/>
                        </a:rPr>
                        <a:t>الترندات</a:t>
                      </a:r>
                      <a:r>
                        <a:rPr b="0" lang="ar-AE" sz="1800" u="none" cap="none" strike="noStrike">
                          <a:latin typeface="Consolas"/>
                          <a:ea typeface="Consolas"/>
                          <a:cs typeface="Consolas"/>
                          <a:sym typeface="Consolas"/>
                        </a:rPr>
                        <a:t> </a:t>
                      </a:r>
                      <a:endParaRPr b="0" sz="1800" u="none" cap="none" strike="noStrike"/>
                    </a:p>
                    <a:p>
                      <a:pPr indent="0" lvl="0" marL="0" marR="0" rtl="0" algn="ctr">
                        <a:spcBef>
                          <a:spcPts val="0"/>
                        </a:spcBef>
                        <a:spcAft>
                          <a:spcPts val="0"/>
                        </a:spcAft>
                        <a:buClr>
                          <a:schemeClr val="dk1"/>
                        </a:buClr>
                        <a:buSzPts val="1800"/>
                        <a:buFont typeface="Consolas"/>
                        <a:buNone/>
                      </a:pPr>
                      <a:r>
                        <a:rPr b="0" lang="ar-AE" sz="1800" u="none" cap="none" strike="noStrike">
                          <a:latin typeface="Consolas"/>
                          <a:ea typeface="Consolas"/>
                          <a:cs typeface="Consolas"/>
                          <a:sym typeface="Consolas"/>
                        </a:rPr>
                        <a:t>متابعة الموضة </a:t>
                      </a:r>
                      <a:endParaRPr b="0" sz="1800" u="none" cap="none" strike="noStrike"/>
                    </a:p>
                    <a:p>
                      <a:pPr indent="0" lvl="0" marL="0" marR="0" rtl="0" algn="ctr">
                        <a:spcBef>
                          <a:spcPts val="0"/>
                        </a:spcBef>
                        <a:spcAft>
                          <a:spcPts val="0"/>
                        </a:spcAft>
                        <a:buClr>
                          <a:schemeClr val="dk1"/>
                        </a:buClr>
                        <a:buSzPts val="1800"/>
                        <a:buFont typeface="Consolas"/>
                        <a:buNone/>
                      </a:pPr>
                      <a:r>
                        <a:rPr b="0" lang="ar-AE" sz="1800" u="none" cap="none" strike="noStrike">
                          <a:latin typeface="Consolas"/>
                          <a:ea typeface="Consolas"/>
                          <a:cs typeface="Consolas"/>
                          <a:sym typeface="Consolas"/>
                        </a:rPr>
                        <a:t>الميكب </a:t>
                      </a:r>
                      <a:endParaRPr b="0" sz="1800" u="none" cap="none" strike="noStrike"/>
                    </a:p>
                    <a:p>
                      <a:pPr indent="0" lvl="0" marL="0" marR="0" rtl="0" algn="ctr">
                        <a:spcBef>
                          <a:spcPts val="0"/>
                        </a:spcBef>
                        <a:spcAft>
                          <a:spcPts val="0"/>
                        </a:spcAft>
                        <a:buClr>
                          <a:schemeClr val="dk1"/>
                        </a:buClr>
                        <a:buSzPts val="1800"/>
                        <a:buFont typeface="Consolas"/>
                        <a:buNone/>
                      </a:pPr>
                      <a:r>
                        <a:rPr b="0" lang="ar-AE" sz="1800" u="none" cap="none" strike="noStrike">
                          <a:latin typeface="Consolas"/>
                          <a:ea typeface="Consolas"/>
                          <a:cs typeface="Consolas"/>
                          <a:sym typeface="Consolas"/>
                        </a:rPr>
                        <a:t>التسوق الإلكتروني </a:t>
                      </a:r>
                      <a:endParaRPr b="0" sz="1800" u="none" cap="none" strike="noStrike">
                        <a:latin typeface="Consolas"/>
                        <a:ea typeface="Consolas"/>
                        <a:cs typeface="Consolas"/>
                        <a:sym typeface="Consolas"/>
                      </a:endParaRPr>
                    </a:p>
                    <a:p>
                      <a:pPr indent="0" lvl="0" marL="0" marR="0" rtl="1" algn="ctr">
                        <a:spcBef>
                          <a:spcPts val="0"/>
                        </a:spcBef>
                        <a:spcAft>
                          <a:spcPts val="0"/>
                        </a:spcAft>
                        <a:buClr>
                          <a:schemeClr val="dk1"/>
                        </a:buClr>
                        <a:buSzPts val="1800"/>
                        <a:buFont typeface="Consolas"/>
                        <a:buNone/>
                      </a:pPr>
                      <a:r>
                        <a:rPr lang="ar-AE" sz="1800">
                          <a:latin typeface="Consolas"/>
                          <a:ea typeface="Consolas"/>
                          <a:cs typeface="Consolas"/>
                          <a:sym typeface="Consolas"/>
                        </a:rPr>
                        <a:t>شراء الكتب والروايات</a:t>
                      </a:r>
                      <a:endParaRPr sz="1800">
                        <a:latin typeface="Consolas"/>
                        <a:ea typeface="Consolas"/>
                        <a:cs typeface="Consolas"/>
                        <a:sym typeface="Consolas"/>
                      </a:endParaRPr>
                    </a:p>
                    <a:p>
                      <a:pPr indent="0" lvl="0" marL="0" marR="0" rtl="0" algn="l">
                        <a:spcBef>
                          <a:spcPts val="0"/>
                        </a:spcBef>
                        <a:spcAft>
                          <a:spcPts val="0"/>
                        </a:spcAft>
                        <a:buClr>
                          <a:schemeClr val="dk1"/>
                        </a:buClr>
                        <a:buSzPts val="1800"/>
                        <a:buFont typeface="Arial"/>
                        <a:buNone/>
                      </a:pPr>
                      <a:br>
                        <a:rPr lang="ar-AE" sz="1800" u="none" cap="none" strike="noStrike"/>
                      </a:br>
                      <a:endParaRPr sz="2400" u="none" cap="none" strike="noStrike"/>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تنظم وقتها بين الدراسة وبين استخدام الموبايل </a:t>
                      </a:r>
                      <a:endParaRPr/>
                    </a:p>
                    <a:p>
                      <a:pPr indent="0" lvl="0" marL="0" marR="0" rtl="0" algn="ct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ثبت لنفسها إنا تقدر تتحكم في وقتها </a:t>
                      </a:r>
                      <a:endParaRPr sz="1800" u="none" cap="none" strike="noStrike"/>
                    </a:p>
                    <a:p>
                      <a:pPr indent="0" lvl="0" marL="0" marR="0" rtl="0" algn="ct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تعزز ثقتها بنفسها وتبطل تقارن نفسها بالآخرين طول الوقت.</a:t>
                      </a:r>
                      <a:endParaRPr sz="1800" u="none" cap="none" strike="noStrike"/>
                    </a:p>
                    <a:p>
                      <a:pPr indent="0" lvl="0" marL="0" marR="0" rtl="0" algn="ct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تطوير نفسها تعلم لغة –مهار</a:t>
                      </a:r>
                      <a:r>
                        <a:rPr lang="ar-AE" sz="1800">
                          <a:latin typeface="Arial"/>
                          <a:ea typeface="Arial"/>
                          <a:cs typeface="Arial"/>
                          <a:sym typeface="Arial"/>
                        </a:rPr>
                        <a:t>ة</a:t>
                      </a:r>
                      <a:endParaRPr sz="1800" u="none" cap="none" strike="noStrike"/>
                    </a:p>
                  </a:txBody>
                  <a:tcPr marT="45725" marB="45725" marR="68575" marL="6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marR="0" rtl="1" algn="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  </a:t>
                      </a:r>
                      <a:r>
                        <a:rPr lang="ar-AE" sz="1800">
                          <a:latin typeface="Arial"/>
                          <a:ea typeface="Arial"/>
                          <a:cs typeface="Arial"/>
                          <a:sym typeface="Arial"/>
                        </a:rPr>
                        <a:t>تأثير </a:t>
                      </a:r>
                      <a:r>
                        <a:rPr lang="ar-AE" sz="1800">
                          <a:latin typeface="Arial"/>
                          <a:ea typeface="Arial"/>
                          <a:cs typeface="Arial"/>
                          <a:sym typeface="Arial"/>
                        </a:rPr>
                        <a:t>الأصدقاء</a:t>
                      </a:r>
                      <a:r>
                        <a:rPr lang="ar-AE" sz="1800">
                          <a:latin typeface="Arial"/>
                          <a:ea typeface="Arial"/>
                          <a:cs typeface="Arial"/>
                          <a:sym typeface="Arial"/>
                        </a:rPr>
                        <a:t> والتشجيع على البقاء   </a:t>
                      </a:r>
                      <a:endParaRPr sz="1800">
                        <a:latin typeface="Arial"/>
                        <a:ea typeface="Arial"/>
                        <a:cs typeface="Arial"/>
                        <a:sym typeface="Arial"/>
                      </a:endParaRPr>
                    </a:p>
                    <a:p>
                      <a:pPr indent="0" lvl="0" marL="0" marR="0" rtl="1" algn="r">
                        <a:spcBef>
                          <a:spcPts val="0"/>
                        </a:spcBef>
                        <a:spcAft>
                          <a:spcPts val="0"/>
                        </a:spcAft>
                        <a:buClr>
                          <a:schemeClr val="dk1"/>
                        </a:buClr>
                        <a:buSzPts val="1800"/>
                        <a:buFont typeface="Arial"/>
                        <a:buNone/>
                      </a:pPr>
                      <a:r>
                        <a:rPr lang="ar-AE" sz="1800">
                          <a:latin typeface="Arial"/>
                          <a:ea typeface="Arial"/>
                          <a:cs typeface="Arial"/>
                          <a:sym typeface="Arial"/>
                        </a:rPr>
                        <a:t>       فترة اطول </a:t>
                      </a:r>
                      <a:r>
                        <a:rPr lang="ar-AE" sz="1800">
                          <a:latin typeface="Arial"/>
                          <a:ea typeface="Arial"/>
                          <a:cs typeface="Arial"/>
                          <a:sym typeface="Arial"/>
                        </a:rPr>
                        <a:t>للمحادثة</a:t>
                      </a:r>
                      <a:r>
                        <a:rPr lang="ar-AE" sz="1800">
                          <a:latin typeface="Arial"/>
                          <a:ea typeface="Arial"/>
                          <a:cs typeface="Arial"/>
                          <a:sym typeface="Arial"/>
                        </a:rPr>
                        <a:t> معا</a:t>
                      </a:r>
                      <a:endParaRPr/>
                    </a:p>
                    <a:p>
                      <a:pPr indent="0" lvl="0" marL="0" marR="0" rtl="0" algn="ct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صعوبة تنظيم الوقت </a:t>
                      </a:r>
                      <a:r>
                        <a:rPr lang="ar-AE" sz="1800">
                          <a:latin typeface="Arial"/>
                          <a:ea typeface="Arial"/>
                          <a:cs typeface="Arial"/>
                          <a:sym typeface="Arial"/>
                        </a:rPr>
                        <a:t>والمذاكرة</a:t>
                      </a:r>
                      <a:r>
                        <a:rPr lang="ar-AE" sz="1800" u="none" cap="none" strike="noStrike">
                          <a:latin typeface="Arial"/>
                          <a:ea typeface="Arial"/>
                          <a:cs typeface="Arial"/>
                          <a:sym typeface="Arial"/>
                        </a:rPr>
                        <a:t> والسوشيال</a:t>
                      </a:r>
                      <a:r>
                        <a:rPr lang="ar-AE" sz="1800" u="none" cap="none" strike="noStrike">
                          <a:latin typeface="Arial"/>
                          <a:ea typeface="Arial"/>
                          <a:cs typeface="Arial"/>
                          <a:sym typeface="Arial"/>
                        </a:rPr>
                        <a:t> </a:t>
                      </a:r>
                      <a:endParaRPr sz="1800" u="none" cap="none" strike="noStrike"/>
                    </a:p>
                    <a:p>
                      <a:pPr indent="0" lvl="0" marL="0" marR="0" rtl="0" algn="ct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ضعف الوعي بأضرار </a:t>
                      </a:r>
                      <a:r>
                        <a:rPr lang="ar-AE" sz="1800">
                          <a:latin typeface="Arial"/>
                          <a:ea typeface="Arial"/>
                          <a:cs typeface="Arial"/>
                          <a:sym typeface="Arial"/>
                        </a:rPr>
                        <a:t>الإدمان</a:t>
                      </a:r>
                      <a:r>
                        <a:rPr lang="ar-AE" sz="1800" u="none" cap="none" strike="noStrike">
                          <a:latin typeface="Arial"/>
                          <a:ea typeface="Arial"/>
                          <a:cs typeface="Arial"/>
                          <a:sym typeface="Arial"/>
                        </a:rPr>
                        <a:t> النفسي </a:t>
                      </a:r>
                      <a:endParaRPr sz="1800" u="none" cap="none" strike="noStrike"/>
                    </a:p>
                    <a:p>
                      <a:pPr indent="0" lvl="0" marL="0" marR="0" rtl="0" algn="ct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تعلقهم بالموبايل كوسيلة للهروب من ضغط الدراسة</a:t>
                      </a:r>
                      <a:endParaRPr sz="1800" u="none" cap="none" strike="noStrike"/>
                    </a:p>
                  </a:txBody>
                  <a:tcPr marT="45725" marB="45725" marR="68575" marL="68575"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Snap Chat</a:t>
                      </a:r>
                      <a:endParaRPr/>
                    </a:p>
                    <a:p>
                      <a:pPr indent="0" lvl="0" marL="0" marR="0" rtl="0" algn="ct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Instagram</a:t>
                      </a:r>
                      <a:endParaRPr sz="1800" u="none" cap="none" strike="noStrike"/>
                    </a:p>
                    <a:p>
                      <a:pPr indent="0" lvl="0" marL="0" marR="0" rtl="0" algn="ct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Facebook</a:t>
                      </a:r>
                      <a:endParaRPr sz="1800" u="none" cap="none" strike="noStrike"/>
                    </a:p>
                    <a:p>
                      <a:pPr indent="0" lvl="0" marL="0" marR="0" rtl="0" algn="ctr">
                        <a:spcBef>
                          <a:spcPts val="0"/>
                        </a:spcBef>
                        <a:spcAft>
                          <a:spcPts val="0"/>
                        </a:spcAft>
                        <a:buClr>
                          <a:schemeClr val="dk1"/>
                        </a:buClr>
                        <a:buSzPts val="1800"/>
                        <a:buFont typeface="Arial"/>
                        <a:buNone/>
                      </a:pPr>
                      <a:r>
                        <a:rPr lang="ar-AE" sz="1800" u="none" cap="none" strike="noStrike">
                          <a:latin typeface="Arial"/>
                          <a:ea typeface="Arial"/>
                          <a:cs typeface="Arial"/>
                          <a:sym typeface="Arial"/>
                        </a:rPr>
                        <a:t>TikTok</a:t>
                      </a:r>
                      <a:endParaRPr sz="1800" u="none" cap="none" strike="noStrike"/>
                    </a:p>
                  </a:txBody>
                  <a:tcPr marT="45725" marB="45725" marR="68575" marL="68575"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pic>
        <p:nvPicPr>
          <p:cNvPr descr="A logo of a cell phone&#10;&#10;AI-generated content may be incorrect." id="225" name="Google Shape;225;p17"/>
          <p:cNvPicPr preferRelativeResize="0"/>
          <p:nvPr>
            <p:ph idx="2" type="pic"/>
          </p:nvPr>
        </p:nvPicPr>
        <p:blipFill rotWithShape="1">
          <a:blip r:embed="rId3">
            <a:alphaModFix/>
          </a:blip>
          <a:srcRect b="12458" l="4487" r="0" t="21803"/>
          <a:stretch/>
        </p:blipFill>
        <p:spPr>
          <a:xfrm>
            <a:off x="2880076" y="1833765"/>
            <a:ext cx="6427966" cy="4424095"/>
          </a:xfrm>
          <a:prstGeom prst="rect">
            <a:avLst/>
          </a:prstGeom>
          <a:noFill/>
          <a:ln>
            <a:noFill/>
          </a:ln>
        </p:spPr>
      </p:pic>
      <p:sp>
        <p:nvSpPr>
          <p:cNvPr id="226" name="Google Shape;226;p17"/>
          <p:cNvSpPr txBox="1"/>
          <p:nvPr/>
        </p:nvSpPr>
        <p:spPr>
          <a:xfrm>
            <a:off x="5529532" y="310548"/>
            <a:ext cx="2743200" cy="707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679D"/>
              </a:buClr>
              <a:buSzPts val="4000"/>
              <a:buFont typeface="Open Sans Light"/>
              <a:buNone/>
            </a:pPr>
            <a:r>
              <a:rPr b="1" i="0" lang="ar-AE" sz="4000" u="none" cap="none" strike="noStrike">
                <a:solidFill>
                  <a:srgbClr val="00679D"/>
                </a:solidFill>
                <a:latin typeface="Open Sans Light"/>
                <a:ea typeface="Open Sans Light"/>
                <a:cs typeface="Open Sans Light"/>
                <a:sym typeface="Open Sans Light"/>
              </a:rPr>
              <a:t>Logo</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1" name="Shape 231"/>
        <p:cNvGrpSpPr/>
        <p:nvPr/>
      </p:nvGrpSpPr>
      <p:grpSpPr>
        <a:xfrm>
          <a:off x="0" y="0"/>
          <a:ext cx="0" cy="0"/>
          <a:chOff x="0" y="0"/>
          <a:chExt cx="0" cy="0"/>
        </a:xfrm>
      </p:grpSpPr>
      <p:cxnSp>
        <p:nvCxnSpPr>
          <p:cNvPr id="232" name="Google Shape;232;p18"/>
          <p:cNvCxnSpPr/>
          <p:nvPr/>
        </p:nvCxnSpPr>
        <p:spPr>
          <a:xfrm flipH="1">
            <a:off x="0" y="0"/>
            <a:ext cx="3119722" cy="685800"/>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233" name="Google Shape;233;p18"/>
          <p:cNvCxnSpPr/>
          <p:nvPr/>
        </p:nvCxnSpPr>
        <p:spPr>
          <a:xfrm flipH="1">
            <a:off x="0" y="0"/>
            <a:ext cx="903765" cy="6543675"/>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234" name="Google Shape;234;p18"/>
          <p:cNvCxnSpPr/>
          <p:nvPr/>
        </p:nvCxnSpPr>
        <p:spPr>
          <a:xfrm rot="10800000">
            <a:off x="-42867" y="5791196"/>
            <a:ext cx="6286509" cy="1066804"/>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235" name="Google Shape;235;p18"/>
          <p:cNvCxnSpPr/>
          <p:nvPr/>
        </p:nvCxnSpPr>
        <p:spPr>
          <a:xfrm flipH="1">
            <a:off x="8462964" y="5848346"/>
            <a:ext cx="3729032" cy="1009654"/>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236" name="Google Shape;236;p18"/>
          <p:cNvCxnSpPr/>
          <p:nvPr/>
        </p:nvCxnSpPr>
        <p:spPr>
          <a:xfrm flipH="1">
            <a:off x="11543157" y="1647821"/>
            <a:ext cx="648839" cy="5210179"/>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237" name="Google Shape;237;p18"/>
          <p:cNvCxnSpPr/>
          <p:nvPr/>
        </p:nvCxnSpPr>
        <p:spPr>
          <a:xfrm rot="10800000">
            <a:off x="10781553" y="0"/>
            <a:ext cx="1410443" cy="4258342"/>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238" name="Google Shape;238;p18"/>
          <p:cNvCxnSpPr/>
          <p:nvPr/>
        </p:nvCxnSpPr>
        <p:spPr>
          <a:xfrm rot="10800000">
            <a:off x="6529392" y="-4764"/>
            <a:ext cx="5662604" cy="931974"/>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239" name="Google Shape;239;p18"/>
          <p:cNvCxnSpPr/>
          <p:nvPr/>
        </p:nvCxnSpPr>
        <p:spPr>
          <a:xfrm flipH="1">
            <a:off x="-204154" y="-56700"/>
            <a:ext cx="7290000" cy="1338900"/>
          </a:xfrm>
          <a:prstGeom prst="straightConnector1">
            <a:avLst/>
          </a:prstGeom>
          <a:noFill/>
          <a:ln cap="flat" cmpd="sng" w="12700">
            <a:solidFill>
              <a:srgbClr val="BA9CA0">
                <a:alpha val="69803"/>
              </a:srgbClr>
            </a:solidFill>
            <a:prstDash val="solid"/>
            <a:miter lim="8000"/>
            <a:headEnd len="sm" w="sm" type="none"/>
            <a:tailEnd len="sm" w="sm" type="none"/>
          </a:ln>
        </p:spPr>
      </p:cxnSp>
      <p:sp>
        <p:nvSpPr>
          <p:cNvPr id="240" name="Google Shape;240;p18"/>
          <p:cNvSpPr txBox="1"/>
          <p:nvPr/>
        </p:nvSpPr>
        <p:spPr>
          <a:xfrm>
            <a:off x="1146315" y="275154"/>
            <a:ext cx="10102800" cy="675300"/>
          </a:xfrm>
          <a:prstGeom prst="rect">
            <a:avLst/>
          </a:prstGeom>
          <a:noFill/>
          <a:ln>
            <a:noFill/>
          </a:ln>
        </p:spPr>
        <p:txBody>
          <a:bodyPr anchorCtr="1" anchor="b" bIns="45700" lIns="91425" spcFirstLastPara="1" rIns="91425" wrap="square" tIns="45700">
            <a:normAutofit/>
          </a:bodyPr>
          <a:lstStyle/>
          <a:p>
            <a:pPr indent="0" lvl="0" marL="0" marR="0" rtl="0" algn="ctr">
              <a:lnSpc>
                <a:spcPct val="90000"/>
              </a:lnSpc>
              <a:spcBef>
                <a:spcPts val="0"/>
              </a:spcBef>
              <a:spcAft>
                <a:spcPts val="0"/>
              </a:spcAft>
              <a:buClr>
                <a:srgbClr val="001E2E"/>
              </a:buClr>
              <a:buSzPts val="4000"/>
              <a:buFont typeface="Play"/>
              <a:buNone/>
            </a:pPr>
            <a:r>
              <a:rPr b="1" i="1" lang="ar-AE" sz="4000" u="none" cap="none" strike="noStrike">
                <a:solidFill>
                  <a:srgbClr val="001E2E"/>
                </a:solidFill>
                <a:latin typeface="Play"/>
                <a:ea typeface="Play"/>
                <a:cs typeface="Play"/>
                <a:sym typeface="Play"/>
              </a:rPr>
              <a:t>PAGE COVER</a:t>
            </a:r>
            <a:endParaRPr/>
          </a:p>
        </p:txBody>
      </p:sp>
      <p:cxnSp>
        <p:nvCxnSpPr>
          <p:cNvPr id="241" name="Google Shape;241;p18"/>
          <p:cNvCxnSpPr/>
          <p:nvPr/>
        </p:nvCxnSpPr>
        <p:spPr>
          <a:xfrm flipH="1">
            <a:off x="660992" y="0"/>
            <a:ext cx="863011" cy="4850297"/>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242" name="Google Shape;242;p18"/>
          <p:cNvCxnSpPr/>
          <p:nvPr/>
        </p:nvCxnSpPr>
        <p:spPr>
          <a:xfrm>
            <a:off x="0" y="3632371"/>
            <a:ext cx="3875309" cy="1195478"/>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243" name="Google Shape;243;p18"/>
          <p:cNvCxnSpPr/>
          <p:nvPr/>
        </p:nvCxnSpPr>
        <p:spPr>
          <a:xfrm flipH="1">
            <a:off x="10763621" y="1392868"/>
            <a:ext cx="1428375" cy="3457429"/>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244" name="Google Shape;244;p18"/>
          <p:cNvCxnSpPr/>
          <p:nvPr/>
        </p:nvCxnSpPr>
        <p:spPr>
          <a:xfrm rot="10800000">
            <a:off x="10367403" y="0"/>
            <a:ext cx="1824593" cy="4338919"/>
          </a:xfrm>
          <a:prstGeom prst="straightConnector1">
            <a:avLst/>
          </a:prstGeom>
          <a:noFill/>
          <a:ln cap="flat" cmpd="sng" w="12700">
            <a:solidFill>
              <a:srgbClr val="BA9CA0">
                <a:alpha val="69803"/>
              </a:srgbClr>
            </a:solidFill>
            <a:prstDash val="solid"/>
            <a:miter lim="8000"/>
            <a:headEnd len="sm" w="sm" type="none"/>
            <a:tailEnd len="sm" w="sm" type="none"/>
          </a:ln>
        </p:spPr>
      </p:cxnSp>
      <p:pic>
        <p:nvPicPr>
          <p:cNvPr descr="A cartoon of a child and child reading a book&#10;&#10;AI-generated content may be incorrect." id="245" name="Google Shape;245;p18"/>
          <p:cNvPicPr preferRelativeResize="0"/>
          <p:nvPr/>
        </p:nvPicPr>
        <p:blipFill rotWithShape="1">
          <a:blip r:embed="rId3">
            <a:alphaModFix/>
          </a:blip>
          <a:srcRect b="0" l="0" r="0" t="0"/>
          <a:stretch/>
        </p:blipFill>
        <p:spPr>
          <a:xfrm>
            <a:off x="661010" y="1531858"/>
            <a:ext cx="10669192" cy="412358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0" name="Shape 250"/>
        <p:cNvGrpSpPr/>
        <p:nvPr/>
      </p:nvGrpSpPr>
      <p:grpSpPr>
        <a:xfrm>
          <a:off x="0" y="0"/>
          <a:ext cx="0" cy="0"/>
          <a:chOff x="0" y="0"/>
          <a:chExt cx="0" cy="0"/>
        </a:xfrm>
      </p:grpSpPr>
      <p:cxnSp>
        <p:nvCxnSpPr>
          <p:cNvPr id="251" name="Google Shape;251;p19"/>
          <p:cNvCxnSpPr/>
          <p:nvPr/>
        </p:nvCxnSpPr>
        <p:spPr>
          <a:xfrm flipH="1">
            <a:off x="0" y="0"/>
            <a:ext cx="3119722" cy="685800"/>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252" name="Google Shape;252;p19"/>
          <p:cNvCxnSpPr/>
          <p:nvPr/>
        </p:nvCxnSpPr>
        <p:spPr>
          <a:xfrm flipH="1">
            <a:off x="0" y="0"/>
            <a:ext cx="903765" cy="6543675"/>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253" name="Google Shape;253;p19"/>
          <p:cNvCxnSpPr/>
          <p:nvPr/>
        </p:nvCxnSpPr>
        <p:spPr>
          <a:xfrm rot="10800000">
            <a:off x="-42867" y="5791196"/>
            <a:ext cx="6286509" cy="1066804"/>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254" name="Google Shape;254;p19"/>
          <p:cNvCxnSpPr/>
          <p:nvPr/>
        </p:nvCxnSpPr>
        <p:spPr>
          <a:xfrm flipH="1">
            <a:off x="8462964" y="5848346"/>
            <a:ext cx="3729032" cy="1009654"/>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255" name="Google Shape;255;p19"/>
          <p:cNvCxnSpPr/>
          <p:nvPr/>
        </p:nvCxnSpPr>
        <p:spPr>
          <a:xfrm flipH="1">
            <a:off x="11543157" y="1647821"/>
            <a:ext cx="648839" cy="5210179"/>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256" name="Google Shape;256;p19"/>
          <p:cNvCxnSpPr/>
          <p:nvPr/>
        </p:nvCxnSpPr>
        <p:spPr>
          <a:xfrm rot="10800000">
            <a:off x="10781553" y="0"/>
            <a:ext cx="1410443" cy="4258342"/>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257" name="Google Shape;257;p19"/>
          <p:cNvCxnSpPr/>
          <p:nvPr/>
        </p:nvCxnSpPr>
        <p:spPr>
          <a:xfrm rot="10800000">
            <a:off x="6529392" y="-4764"/>
            <a:ext cx="5662604" cy="931974"/>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258" name="Google Shape;258;p19"/>
          <p:cNvCxnSpPr/>
          <p:nvPr/>
        </p:nvCxnSpPr>
        <p:spPr>
          <a:xfrm flipH="1">
            <a:off x="0" y="0"/>
            <a:ext cx="7289971" cy="1338946"/>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259" name="Google Shape;259;p19"/>
          <p:cNvCxnSpPr/>
          <p:nvPr/>
        </p:nvCxnSpPr>
        <p:spPr>
          <a:xfrm flipH="1">
            <a:off x="660992" y="0"/>
            <a:ext cx="863011" cy="4850297"/>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260" name="Google Shape;260;p19"/>
          <p:cNvCxnSpPr/>
          <p:nvPr/>
        </p:nvCxnSpPr>
        <p:spPr>
          <a:xfrm>
            <a:off x="0" y="3632371"/>
            <a:ext cx="3875309" cy="1195478"/>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261" name="Google Shape;261;p19"/>
          <p:cNvCxnSpPr/>
          <p:nvPr/>
        </p:nvCxnSpPr>
        <p:spPr>
          <a:xfrm flipH="1">
            <a:off x="10763621" y="1392868"/>
            <a:ext cx="1428375" cy="3457429"/>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262" name="Google Shape;262;p19"/>
          <p:cNvCxnSpPr/>
          <p:nvPr/>
        </p:nvCxnSpPr>
        <p:spPr>
          <a:xfrm rot="10800000">
            <a:off x="10367403" y="0"/>
            <a:ext cx="1824593" cy="4338919"/>
          </a:xfrm>
          <a:prstGeom prst="straightConnector1">
            <a:avLst/>
          </a:prstGeom>
          <a:noFill/>
          <a:ln cap="flat" cmpd="sng" w="12700">
            <a:solidFill>
              <a:srgbClr val="BA9CA0">
                <a:alpha val="69803"/>
              </a:srgbClr>
            </a:solidFill>
            <a:prstDash val="solid"/>
            <a:miter lim="8000"/>
            <a:headEnd len="sm" w="sm" type="none"/>
            <a:tailEnd len="sm" w="sm" type="none"/>
          </a:ln>
        </p:spPr>
      </p:cxnSp>
      <p:pic>
        <p:nvPicPr>
          <p:cNvPr id="263" name="Google Shape;263;p19"/>
          <p:cNvPicPr preferRelativeResize="0"/>
          <p:nvPr/>
        </p:nvPicPr>
        <p:blipFill rotWithShape="1">
          <a:blip r:embed="rId3">
            <a:alphaModFix/>
          </a:blip>
          <a:srcRect b="0" l="0" r="0" t="0"/>
          <a:stretch/>
        </p:blipFill>
        <p:spPr>
          <a:xfrm>
            <a:off x="2758678" y="1007266"/>
            <a:ext cx="7286444" cy="5247731"/>
          </a:xfrm>
          <a:prstGeom prst="rect">
            <a:avLst/>
          </a:prstGeom>
          <a:noFill/>
          <a:ln>
            <a:noFill/>
          </a:ln>
        </p:spPr>
      </p:pic>
      <p:sp>
        <p:nvSpPr>
          <p:cNvPr id="264" name="Google Shape;264;p19"/>
          <p:cNvSpPr txBox="1"/>
          <p:nvPr/>
        </p:nvSpPr>
        <p:spPr>
          <a:xfrm>
            <a:off x="1350440" y="331854"/>
            <a:ext cx="10102922" cy="675421"/>
          </a:xfrm>
          <a:prstGeom prst="rect">
            <a:avLst/>
          </a:prstGeom>
          <a:noFill/>
          <a:ln>
            <a:noFill/>
          </a:ln>
        </p:spPr>
        <p:txBody>
          <a:bodyPr anchorCtr="1" anchor="b"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4000"/>
              <a:buFont typeface="Open Sans Light"/>
              <a:buNone/>
            </a:pPr>
            <a:r>
              <a:rPr b="0" i="0" lang="ar-AE" sz="4000" u="none" cap="none" strike="noStrike">
                <a:solidFill>
                  <a:schemeClr val="lt1"/>
                </a:solidFill>
                <a:latin typeface="Open Sans Light"/>
                <a:ea typeface="Open Sans Light"/>
                <a:cs typeface="Open Sans Light"/>
                <a:sym typeface="Open Sans Light"/>
              </a:rPr>
              <a:t>COLOURS</a:t>
            </a:r>
            <a:endParaRPr b="0" i="0" sz="1800" u="none" cap="none" strike="noStrike">
              <a:solidFill>
                <a:schemeClr val="lt1"/>
              </a:solidFill>
              <a:latin typeface="Open Sans Light"/>
              <a:ea typeface="Open Sans Light"/>
              <a:cs typeface="Open Sans Light"/>
              <a:sym typeface="Open Sans 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9" name="Shape 269"/>
        <p:cNvGrpSpPr/>
        <p:nvPr/>
      </p:nvGrpSpPr>
      <p:grpSpPr>
        <a:xfrm>
          <a:off x="0" y="0"/>
          <a:ext cx="0" cy="0"/>
          <a:chOff x="0" y="0"/>
          <a:chExt cx="0" cy="0"/>
        </a:xfrm>
      </p:grpSpPr>
      <p:cxnSp>
        <p:nvCxnSpPr>
          <p:cNvPr id="270" name="Google Shape;270;p20"/>
          <p:cNvCxnSpPr/>
          <p:nvPr/>
        </p:nvCxnSpPr>
        <p:spPr>
          <a:xfrm flipH="1">
            <a:off x="0" y="0"/>
            <a:ext cx="3119722" cy="685800"/>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271" name="Google Shape;271;p20"/>
          <p:cNvCxnSpPr/>
          <p:nvPr/>
        </p:nvCxnSpPr>
        <p:spPr>
          <a:xfrm flipH="1">
            <a:off x="0" y="0"/>
            <a:ext cx="903765" cy="6543675"/>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272" name="Google Shape;272;p20"/>
          <p:cNvCxnSpPr/>
          <p:nvPr/>
        </p:nvCxnSpPr>
        <p:spPr>
          <a:xfrm rot="10800000">
            <a:off x="-42867" y="5791196"/>
            <a:ext cx="6286509" cy="1066804"/>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273" name="Google Shape;273;p20"/>
          <p:cNvCxnSpPr/>
          <p:nvPr/>
        </p:nvCxnSpPr>
        <p:spPr>
          <a:xfrm flipH="1">
            <a:off x="8462964" y="5848346"/>
            <a:ext cx="3729032" cy="1009654"/>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274" name="Google Shape;274;p20"/>
          <p:cNvCxnSpPr/>
          <p:nvPr/>
        </p:nvCxnSpPr>
        <p:spPr>
          <a:xfrm flipH="1">
            <a:off x="11543157" y="1647821"/>
            <a:ext cx="648839" cy="5210179"/>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275" name="Google Shape;275;p20"/>
          <p:cNvCxnSpPr/>
          <p:nvPr/>
        </p:nvCxnSpPr>
        <p:spPr>
          <a:xfrm rot="10800000">
            <a:off x="10781553" y="0"/>
            <a:ext cx="1410443" cy="4258342"/>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276" name="Google Shape;276;p20"/>
          <p:cNvCxnSpPr/>
          <p:nvPr/>
        </p:nvCxnSpPr>
        <p:spPr>
          <a:xfrm rot="10800000">
            <a:off x="6529392" y="-4764"/>
            <a:ext cx="5662604" cy="931974"/>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277" name="Google Shape;277;p20"/>
          <p:cNvCxnSpPr/>
          <p:nvPr/>
        </p:nvCxnSpPr>
        <p:spPr>
          <a:xfrm flipH="1">
            <a:off x="0" y="0"/>
            <a:ext cx="7289971" cy="1338946"/>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278" name="Google Shape;278;p20"/>
          <p:cNvCxnSpPr/>
          <p:nvPr/>
        </p:nvCxnSpPr>
        <p:spPr>
          <a:xfrm flipH="1">
            <a:off x="660992" y="0"/>
            <a:ext cx="863011" cy="4850297"/>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279" name="Google Shape;279;p20"/>
          <p:cNvCxnSpPr/>
          <p:nvPr/>
        </p:nvCxnSpPr>
        <p:spPr>
          <a:xfrm>
            <a:off x="0" y="3632371"/>
            <a:ext cx="3875309" cy="1195478"/>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280" name="Google Shape;280;p20"/>
          <p:cNvCxnSpPr/>
          <p:nvPr/>
        </p:nvCxnSpPr>
        <p:spPr>
          <a:xfrm flipH="1">
            <a:off x="10763621" y="1392868"/>
            <a:ext cx="1428375" cy="3457429"/>
          </a:xfrm>
          <a:prstGeom prst="straightConnector1">
            <a:avLst/>
          </a:prstGeom>
          <a:noFill/>
          <a:ln cap="flat" cmpd="sng" w="12700">
            <a:solidFill>
              <a:srgbClr val="BA9CA0">
                <a:alpha val="69803"/>
              </a:srgbClr>
            </a:solidFill>
            <a:prstDash val="solid"/>
            <a:miter lim="8000"/>
            <a:headEnd len="sm" w="sm" type="none"/>
            <a:tailEnd len="sm" w="sm" type="none"/>
          </a:ln>
        </p:spPr>
      </p:cxnSp>
      <p:cxnSp>
        <p:nvCxnSpPr>
          <p:cNvPr id="281" name="Google Shape;281;p20"/>
          <p:cNvCxnSpPr/>
          <p:nvPr/>
        </p:nvCxnSpPr>
        <p:spPr>
          <a:xfrm rot="10800000">
            <a:off x="10367403" y="0"/>
            <a:ext cx="1824593" cy="4338919"/>
          </a:xfrm>
          <a:prstGeom prst="straightConnector1">
            <a:avLst/>
          </a:prstGeom>
          <a:noFill/>
          <a:ln cap="flat" cmpd="sng" w="12700">
            <a:solidFill>
              <a:srgbClr val="BA9CA0">
                <a:alpha val="69803"/>
              </a:srgbClr>
            </a:solidFill>
            <a:prstDash val="solid"/>
            <a:miter lim="8000"/>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ngleLinesVTI">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2025-09-23T16:37:04Z</dcterms:created>
  <dc:creator>NourhanSayedAbdEl</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0x0101007A23674EEB2BF348B676DCBD9F9ABC59</vt:lpwstr>
  </property>
</Properties>
</file>